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65" r:id="rId11"/>
    <p:sldId id="266" r:id="rId12"/>
    <p:sldId id="267" r:id="rId13"/>
    <p:sldId id="268" r:id="rId14"/>
    <p:sldId id="269" r:id="rId15"/>
    <p:sldId id="270" r:id="rId16"/>
    <p:sldId id="271" r:id="rId17"/>
    <p:sldId id="272" r:id="rId18"/>
    <p:sldId id="273" r:id="rId19"/>
    <p:sldId id="274" r:id="rId20"/>
    <p:sldId id="275" r:id="rId21"/>
    <p:sldId id="276" r:id="rId22"/>
    <p:sldId id="277" r:id="rId23"/>
    <p:sldId id="280" r:id="rId24"/>
    <p:sldId id="281" r:id="rId25"/>
    <p:sldId id="282" r:id="rId26"/>
    <p:sldId id="283" r:id="rId27"/>
  </p:sldIdLst>
  <p:sldSz cx="18288000" cy="10287000"/>
  <p:notesSz cx="10287000" cy="1828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>
          <p15:clr>
            <a:srgbClr val="A4A3A4"/>
          </p15:clr>
        </p15:guide>
        <p15:guide id="2" pos="288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FFEDAB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>
      <p:cViewPr varScale="1">
        <p:scale>
          <a:sx n="69" d="100"/>
          <a:sy n="69" d="100"/>
        </p:scale>
        <p:origin x="834" y="66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viewProps" Target="viewProp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tableStyles" Target="tableStyle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theme" Target="theme/theme1.xml"/></Relationship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F8166F1F-CE9B-4651-A6AA-CD717754106B}" type="datetimeFigureOut">
              <a:rPr lang="en-US" smtClean="0"/>
              <a:t>9/9/2023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>
              <a:buChar char="•"/>
            </a:pPr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9/9/2023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9/9/2023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9/9/2023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9/9/2023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9/9/2023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9/9/2023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9/9/2023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9/9/2023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9/9/2023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A76116CE-C4A3-4A05-B2D7-7C2E9A889C0F}" type="datetimeFigureOut">
              <a:rPr lang="en-US" smtClean="0"/>
              <a:t>9/9/2023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1393E5F-521B-4CAD-9D3A-AE923D912DCE}" type="slidenum">
              <a:rPr lang="en-US" smtClean="0"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8166F1F-CE9B-4651-A6AA-CD717754106B}" type="datetimeFigureOut">
              <a:rPr lang="en-US" smtClean="0"/>
              <a:t>9/9/2023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F7021451-1387-4CA6-816F-3879F97B5CBC}" type="slidenum">
              <a:rPr lang="en-US" smtClean="0"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�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�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�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7.png"/><Relationship Id="rId3" Type="http://schemas.openxmlformats.org/officeDocument/2006/relationships/image" Target="../media/image2.png"/><Relationship Id="rId7" Type="http://schemas.openxmlformats.org/officeDocument/2006/relationships/image" Target="../media/image6.png"/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.png"/><Relationship Id="rId5" Type="http://schemas.openxmlformats.org/officeDocument/2006/relationships/image" Target="../media/image4.png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3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2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3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3" Type="http://schemas.openxmlformats.org/officeDocument/2006/relationships/image" Target="../media/image15.png"/><Relationship Id="rId7" Type="http://schemas.openxmlformats.org/officeDocument/2006/relationships/image" Target="../media/image19.png"/><Relationship Id="rId12" Type="http://schemas.openxmlformats.org/officeDocument/2006/relationships/image" Target="../media/image24.png"/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.png"/><Relationship Id="rId11" Type="http://schemas.openxmlformats.org/officeDocument/2006/relationships/image" Target="../media/image23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png"/><Relationship Id="rId9" Type="http://schemas.openxmlformats.org/officeDocument/2006/relationships/image" Target="../media/image21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2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25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5.xml.rels><?xml version="1.0" encoding="UTF-8" standalone="yes"?>
<Relationships xmlns="http://schemas.openxmlformats.org/package/2006/relationships"><Relationship Id="rId8" Type="http://schemas.openxmlformats.org/officeDocument/2006/relationships/image" Target="../media/image33.png"/><Relationship Id="rId3" Type="http://schemas.openxmlformats.org/officeDocument/2006/relationships/image" Target="../media/image28.png"/><Relationship Id="rId7" Type="http://schemas.openxmlformats.org/officeDocument/2006/relationships/image" Target="../media/image32.png"/><Relationship Id="rId2" Type="http://schemas.openxmlformats.org/officeDocument/2006/relationships/image" Target="../media/image2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1.png"/><Relationship Id="rId5" Type="http://schemas.openxmlformats.org/officeDocument/2006/relationships/image" Target="../media/image30.png"/><Relationship Id="rId4" Type="http://schemas.openxmlformats.org/officeDocument/2006/relationships/image" Target="../media/image29.png"/><Relationship Id="rId9" Type="http://schemas.openxmlformats.org/officeDocument/2006/relationships/image" Target="../media/image34.png"/></Relationships>
</file>

<file path=ppt/slides/_rels/slide6.xml.rels><?xml version="1.0" encoding="UTF-8" standalone="yes"?>
<Relationships xmlns="http://schemas.openxmlformats.org/package/2006/relationships"><Relationship Id="rId8" Type="http://schemas.openxmlformats.org/officeDocument/2006/relationships/image" Target="../media/image41.png"/><Relationship Id="rId13" Type="http://schemas.openxmlformats.org/officeDocument/2006/relationships/image" Target="../media/image46.png"/><Relationship Id="rId18" Type="http://schemas.openxmlformats.org/officeDocument/2006/relationships/image" Target="../media/image51.png"/><Relationship Id="rId3" Type="http://schemas.openxmlformats.org/officeDocument/2006/relationships/image" Target="../media/image36.png"/><Relationship Id="rId21" Type="http://schemas.openxmlformats.org/officeDocument/2006/relationships/image" Target="../media/image54.png"/><Relationship Id="rId7" Type="http://schemas.openxmlformats.org/officeDocument/2006/relationships/image" Target="../media/image40.png"/><Relationship Id="rId12" Type="http://schemas.openxmlformats.org/officeDocument/2006/relationships/image" Target="../media/image45.png"/><Relationship Id="rId17" Type="http://schemas.openxmlformats.org/officeDocument/2006/relationships/image" Target="../media/image50.png"/><Relationship Id="rId2" Type="http://schemas.openxmlformats.org/officeDocument/2006/relationships/image" Target="../media/image35.png"/><Relationship Id="rId16" Type="http://schemas.openxmlformats.org/officeDocument/2006/relationships/image" Target="../media/image49.png"/><Relationship Id="rId20" Type="http://schemas.openxmlformats.org/officeDocument/2006/relationships/image" Target="../media/image5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39.png"/><Relationship Id="rId11" Type="http://schemas.openxmlformats.org/officeDocument/2006/relationships/image" Target="../media/image44.png"/><Relationship Id="rId5" Type="http://schemas.openxmlformats.org/officeDocument/2006/relationships/image" Target="../media/image38.png"/><Relationship Id="rId15" Type="http://schemas.openxmlformats.org/officeDocument/2006/relationships/image" Target="../media/image48.png"/><Relationship Id="rId10" Type="http://schemas.openxmlformats.org/officeDocument/2006/relationships/image" Target="../media/image43.png"/><Relationship Id="rId19" Type="http://schemas.openxmlformats.org/officeDocument/2006/relationships/image" Target="../media/image52.png"/><Relationship Id="rId4" Type="http://schemas.openxmlformats.org/officeDocument/2006/relationships/image" Target="../media/image37.png"/><Relationship Id="rId9" Type="http://schemas.openxmlformats.org/officeDocument/2006/relationships/image" Target="../media/image42.png"/><Relationship Id="rId14" Type="http://schemas.openxmlformats.org/officeDocument/2006/relationships/image" Target="../media/image47.png"/><Relationship Id="rId22" Type="http://schemas.openxmlformats.org/officeDocument/2006/relationships/image" Target="../media/image55.png"/></Relationships>
</file>

<file path=ppt/slides/_rels/slide7.xml.rels><?xml version="1.0" encoding="UTF-8" standalone="yes"?>
<Relationships xmlns="http://schemas.openxmlformats.org/package/2006/relationships"><Relationship Id="rId8" Type="http://schemas.openxmlformats.org/officeDocument/2006/relationships/image" Target="../media/image59.png"/><Relationship Id="rId13" Type="http://schemas.openxmlformats.org/officeDocument/2006/relationships/image" Target="../media/image63.png"/><Relationship Id="rId18" Type="http://schemas.openxmlformats.org/officeDocument/2006/relationships/image" Target="../media/image68.png"/><Relationship Id="rId3" Type="http://schemas.openxmlformats.org/officeDocument/2006/relationships/image" Target="../media/image36.png"/><Relationship Id="rId21" Type="http://schemas.openxmlformats.org/officeDocument/2006/relationships/image" Target="../media/image71.png"/><Relationship Id="rId7" Type="http://schemas.openxmlformats.org/officeDocument/2006/relationships/image" Target="../media/image58.png"/><Relationship Id="rId12" Type="http://schemas.openxmlformats.org/officeDocument/2006/relationships/image" Target="../media/image62.png"/><Relationship Id="rId17" Type="http://schemas.openxmlformats.org/officeDocument/2006/relationships/image" Target="../media/image67.png"/><Relationship Id="rId2" Type="http://schemas.openxmlformats.org/officeDocument/2006/relationships/image" Target="../media/image35.png"/><Relationship Id="rId16" Type="http://schemas.openxmlformats.org/officeDocument/2006/relationships/image" Target="../media/image66.png"/><Relationship Id="rId20" Type="http://schemas.openxmlformats.org/officeDocument/2006/relationships/image" Target="../media/image70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57.png"/><Relationship Id="rId11" Type="http://schemas.openxmlformats.org/officeDocument/2006/relationships/image" Target="../media/image45.png"/><Relationship Id="rId5" Type="http://schemas.openxmlformats.org/officeDocument/2006/relationships/image" Target="../media/image56.png"/><Relationship Id="rId15" Type="http://schemas.openxmlformats.org/officeDocument/2006/relationships/image" Target="../media/image65.png"/><Relationship Id="rId10" Type="http://schemas.openxmlformats.org/officeDocument/2006/relationships/image" Target="../media/image61.png"/><Relationship Id="rId19" Type="http://schemas.openxmlformats.org/officeDocument/2006/relationships/image" Target="../media/image69.png"/><Relationship Id="rId4" Type="http://schemas.openxmlformats.org/officeDocument/2006/relationships/image" Target="../media/image37.png"/><Relationship Id="rId9" Type="http://schemas.openxmlformats.org/officeDocument/2006/relationships/image" Target="../media/image60.png"/><Relationship Id="rId14" Type="http://schemas.openxmlformats.org/officeDocument/2006/relationships/image" Target="../media/image64.png"/><Relationship Id="rId22" Type="http://schemas.openxmlformats.org/officeDocument/2006/relationships/image" Target="../media/image72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6.png"/><Relationship Id="rId7" Type="http://schemas.openxmlformats.org/officeDocument/2006/relationships/image" Target="../media/image74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3.png"/><Relationship Id="rId5" Type="http://schemas.openxmlformats.org/officeDocument/2006/relationships/image" Target="../media/image45.png"/><Relationship Id="rId4" Type="http://schemas.openxmlformats.org/officeDocument/2006/relationships/image" Target="../media/image37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76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75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0.xml.rels><?xml version="1.0" encoding="UTF-8" standalone="yes"?>
<Relationships xmlns="http://schemas.openxmlformats.org/package/2006/relationships"><Relationship Id="rId8" Type="http://schemas.openxmlformats.org/officeDocument/2006/relationships/image" Target="../media/image83.png"/><Relationship Id="rId13" Type="http://schemas.openxmlformats.org/officeDocument/2006/relationships/image" Target="../media/image88.png"/><Relationship Id="rId18" Type="http://schemas.openxmlformats.org/officeDocument/2006/relationships/image" Target="../media/image93.png"/><Relationship Id="rId3" Type="http://schemas.openxmlformats.org/officeDocument/2006/relationships/image" Target="../media/image78.png"/><Relationship Id="rId7" Type="http://schemas.openxmlformats.org/officeDocument/2006/relationships/image" Target="../media/image82.png"/><Relationship Id="rId12" Type="http://schemas.openxmlformats.org/officeDocument/2006/relationships/image" Target="../media/image87.png"/><Relationship Id="rId17" Type="http://schemas.openxmlformats.org/officeDocument/2006/relationships/image" Target="../media/image92.png"/><Relationship Id="rId2" Type="http://schemas.openxmlformats.org/officeDocument/2006/relationships/image" Target="../media/image77.png"/><Relationship Id="rId16" Type="http://schemas.openxmlformats.org/officeDocument/2006/relationships/image" Target="../media/image91.png"/><Relationship Id="rId20" Type="http://schemas.openxmlformats.org/officeDocument/2006/relationships/image" Target="../media/image9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81.png"/><Relationship Id="rId11" Type="http://schemas.openxmlformats.org/officeDocument/2006/relationships/image" Target="../media/image86.png"/><Relationship Id="rId5" Type="http://schemas.openxmlformats.org/officeDocument/2006/relationships/image" Target="../media/image80.png"/><Relationship Id="rId15" Type="http://schemas.openxmlformats.org/officeDocument/2006/relationships/image" Target="../media/image90.png"/><Relationship Id="rId10" Type="http://schemas.openxmlformats.org/officeDocument/2006/relationships/image" Target="../media/image85.png"/><Relationship Id="rId19" Type="http://schemas.openxmlformats.org/officeDocument/2006/relationships/image" Target="../media/image94.png"/><Relationship Id="rId4" Type="http://schemas.openxmlformats.org/officeDocument/2006/relationships/image" Target="../media/image79.png"/><Relationship Id="rId9" Type="http://schemas.openxmlformats.org/officeDocument/2006/relationships/image" Target="../media/image84.png"/><Relationship Id="rId14" Type="http://schemas.openxmlformats.org/officeDocument/2006/relationships/image" Target="../media/image89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97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96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4.png"/><Relationship Id="rId13" Type="http://schemas.openxmlformats.org/officeDocument/2006/relationships/image" Target="../media/image109.png"/><Relationship Id="rId3" Type="http://schemas.openxmlformats.org/officeDocument/2006/relationships/image" Target="../media/image99.png"/><Relationship Id="rId7" Type="http://schemas.openxmlformats.org/officeDocument/2006/relationships/image" Target="../media/image103.png"/><Relationship Id="rId12" Type="http://schemas.openxmlformats.org/officeDocument/2006/relationships/image" Target="../media/image108.png"/><Relationship Id="rId2" Type="http://schemas.openxmlformats.org/officeDocument/2006/relationships/image" Target="../media/image98.png"/><Relationship Id="rId16" Type="http://schemas.openxmlformats.org/officeDocument/2006/relationships/image" Target="../media/image1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.png"/><Relationship Id="rId11" Type="http://schemas.openxmlformats.org/officeDocument/2006/relationships/image" Target="../media/image107.png"/><Relationship Id="rId5" Type="http://schemas.openxmlformats.org/officeDocument/2006/relationships/image" Target="../media/image101.png"/><Relationship Id="rId15" Type="http://schemas.openxmlformats.org/officeDocument/2006/relationships/image" Target="../media/image111.png"/><Relationship Id="rId10" Type="http://schemas.openxmlformats.org/officeDocument/2006/relationships/image" Target="../media/image106.png"/><Relationship Id="rId4" Type="http://schemas.openxmlformats.org/officeDocument/2006/relationships/image" Target="../media/image100.png"/><Relationship Id="rId9" Type="http://schemas.openxmlformats.org/officeDocument/2006/relationships/image" Target="../media/image105.png"/><Relationship Id="rId14" Type="http://schemas.openxmlformats.org/officeDocument/2006/relationships/image" Target="../media/image110.png"/></Relationships>
</file>

<file path=ppt/slides/_rels/slide1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16.png"/><Relationship Id="rId13" Type="http://schemas.openxmlformats.org/officeDocument/2006/relationships/image" Target="../media/image121.png"/><Relationship Id="rId3" Type="http://schemas.openxmlformats.org/officeDocument/2006/relationships/image" Target="../media/image99.png"/><Relationship Id="rId7" Type="http://schemas.openxmlformats.org/officeDocument/2006/relationships/image" Target="../media/image105.png"/><Relationship Id="rId12" Type="http://schemas.openxmlformats.org/officeDocument/2006/relationships/image" Target="../media/image120.png"/><Relationship Id="rId2" Type="http://schemas.openxmlformats.org/officeDocument/2006/relationships/image" Target="../media/image11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15.png"/><Relationship Id="rId11" Type="http://schemas.openxmlformats.org/officeDocument/2006/relationships/image" Target="../media/image119.png"/><Relationship Id="rId5" Type="http://schemas.openxmlformats.org/officeDocument/2006/relationships/image" Target="../media/image102.png"/><Relationship Id="rId10" Type="http://schemas.openxmlformats.org/officeDocument/2006/relationships/image" Target="../media/image118.png"/><Relationship Id="rId4" Type="http://schemas.openxmlformats.org/officeDocument/2006/relationships/image" Target="../media/image114.png"/><Relationship Id="rId9" Type="http://schemas.openxmlformats.org/officeDocument/2006/relationships/image" Target="../media/image117.png"/><Relationship Id="rId14" Type="http://schemas.openxmlformats.org/officeDocument/2006/relationships/image" Target="../media/image122.png"/></Relationships>
</file>

<file path=ppt/slides/_rels/slide14.xml.rels><?xml version="1.0" encoding="UTF-8" standalone="yes"?>
<Relationships xmlns="http://schemas.openxmlformats.org/package/2006/relationships"><Relationship Id="rId8" Type="http://schemas.openxmlformats.org/officeDocument/2006/relationships/image" Target="../media/image105.png"/><Relationship Id="rId13" Type="http://schemas.openxmlformats.org/officeDocument/2006/relationships/image" Target="../media/image119.png"/><Relationship Id="rId3" Type="http://schemas.openxmlformats.org/officeDocument/2006/relationships/image" Target="../media/image124.png"/><Relationship Id="rId7" Type="http://schemas.openxmlformats.org/officeDocument/2006/relationships/image" Target="../media/image126.png"/><Relationship Id="rId12" Type="http://schemas.openxmlformats.org/officeDocument/2006/relationships/image" Target="../media/image129.png"/><Relationship Id="rId2" Type="http://schemas.openxmlformats.org/officeDocument/2006/relationships/image" Target="../media/image123.png"/><Relationship Id="rId16" Type="http://schemas.openxmlformats.org/officeDocument/2006/relationships/image" Target="../media/image13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2.png"/><Relationship Id="rId11" Type="http://schemas.openxmlformats.org/officeDocument/2006/relationships/image" Target="../media/image128.png"/><Relationship Id="rId5" Type="http://schemas.openxmlformats.org/officeDocument/2006/relationships/image" Target="../media/image125.png"/><Relationship Id="rId15" Type="http://schemas.openxmlformats.org/officeDocument/2006/relationships/image" Target="../media/image131.png"/><Relationship Id="rId10" Type="http://schemas.openxmlformats.org/officeDocument/2006/relationships/image" Target="../media/image117.png"/><Relationship Id="rId4" Type="http://schemas.openxmlformats.org/officeDocument/2006/relationships/image" Target="../media/image99.png"/><Relationship Id="rId9" Type="http://schemas.openxmlformats.org/officeDocument/2006/relationships/image" Target="../media/image127.png"/><Relationship Id="rId14" Type="http://schemas.openxmlformats.org/officeDocument/2006/relationships/image" Target="../media/image130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6.png"/><Relationship Id="rId3" Type="http://schemas.openxmlformats.org/officeDocument/2006/relationships/image" Target="../media/image99.png"/><Relationship Id="rId7" Type="http://schemas.openxmlformats.org/officeDocument/2006/relationships/image" Target="../media/image105.png"/><Relationship Id="rId12" Type="http://schemas.openxmlformats.org/officeDocument/2006/relationships/image" Target="../media/image122.png"/><Relationship Id="rId2" Type="http://schemas.openxmlformats.org/officeDocument/2006/relationships/image" Target="../media/image133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35.png"/><Relationship Id="rId11" Type="http://schemas.openxmlformats.org/officeDocument/2006/relationships/image" Target="../media/image121.png"/><Relationship Id="rId5" Type="http://schemas.openxmlformats.org/officeDocument/2006/relationships/image" Target="../media/image102.png"/><Relationship Id="rId10" Type="http://schemas.openxmlformats.org/officeDocument/2006/relationships/image" Target="../media/image137.png"/><Relationship Id="rId4" Type="http://schemas.openxmlformats.org/officeDocument/2006/relationships/image" Target="../media/image134.png"/><Relationship Id="rId9" Type="http://schemas.openxmlformats.org/officeDocument/2006/relationships/image" Target="../media/image117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1.png"/><Relationship Id="rId3" Type="http://schemas.openxmlformats.org/officeDocument/2006/relationships/image" Target="../media/image99.png"/><Relationship Id="rId7" Type="http://schemas.openxmlformats.org/officeDocument/2006/relationships/image" Target="../media/image105.png"/><Relationship Id="rId12" Type="http://schemas.openxmlformats.org/officeDocument/2006/relationships/image" Target="../media/image143.png"/><Relationship Id="rId2" Type="http://schemas.openxmlformats.org/officeDocument/2006/relationships/image" Target="../media/image13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0.png"/><Relationship Id="rId11" Type="http://schemas.openxmlformats.org/officeDocument/2006/relationships/image" Target="../media/image142.png"/><Relationship Id="rId5" Type="http://schemas.openxmlformats.org/officeDocument/2006/relationships/image" Target="../media/image102.png"/><Relationship Id="rId10" Type="http://schemas.openxmlformats.org/officeDocument/2006/relationships/image" Target="../media/image137.png"/><Relationship Id="rId4" Type="http://schemas.openxmlformats.org/officeDocument/2006/relationships/image" Target="../media/image139.png"/><Relationship Id="rId9" Type="http://schemas.openxmlformats.org/officeDocument/2006/relationships/image" Target="../media/image117.png"/></Relationships>
</file>

<file path=ppt/slides/_rels/slide17.xml.rels><?xml version="1.0" encoding="UTF-8" standalone="yes"?>
<Relationships xmlns="http://schemas.openxmlformats.org/package/2006/relationships"><Relationship Id="rId8" Type="http://schemas.openxmlformats.org/officeDocument/2006/relationships/image" Target="../media/image148.png"/><Relationship Id="rId3" Type="http://schemas.openxmlformats.org/officeDocument/2006/relationships/image" Target="../media/image99.png"/><Relationship Id="rId7" Type="http://schemas.openxmlformats.org/officeDocument/2006/relationships/image" Target="../media/image147.png"/><Relationship Id="rId2" Type="http://schemas.openxmlformats.org/officeDocument/2006/relationships/image" Target="../media/image144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6.png"/><Relationship Id="rId5" Type="http://schemas.openxmlformats.org/officeDocument/2006/relationships/image" Target="../media/image102.png"/><Relationship Id="rId4" Type="http://schemas.openxmlformats.org/officeDocument/2006/relationships/image" Target="../media/image145.png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50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49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5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1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1.xml.rels><?xml version="1.0" encoding="UTF-8" standalone="yes"?>
<Relationships xmlns="http://schemas.openxmlformats.org/package/2006/relationships"><Relationship Id="rId8" Type="http://schemas.openxmlformats.org/officeDocument/2006/relationships/image" Target="../media/image158.png"/><Relationship Id="rId13" Type="http://schemas.openxmlformats.org/officeDocument/2006/relationships/image" Target="../media/image163.png"/><Relationship Id="rId18" Type="http://schemas.openxmlformats.org/officeDocument/2006/relationships/image" Target="../media/image168.png"/><Relationship Id="rId3" Type="http://schemas.openxmlformats.org/officeDocument/2006/relationships/image" Target="../media/image153.png"/><Relationship Id="rId7" Type="http://schemas.openxmlformats.org/officeDocument/2006/relationships/image" Target="../media/image157.png"/><Relationship Id="rId12" Type="http://schemas.openxmlformats.org/officeDocument/2006/relationships/image" Target="../media/image162.png"/><Relationship Id="rId17" Type="http://schemas.openxmlformats.org/officeDocument/2006/relationships/image" Target="../media/image167.png"/><Relationship Id="rId2" Type="http://schemas.openxmlformats.org/officeDocument/2006/relationships/image" Target="../media/image35.png"/><Relationship Id="rId16" Type="http://schemas.openxmlformats.org/officeDocument/2006/relationships/image" Target="../media/image166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56.png"/><Relationship Id="rId11" Type="http://schemas.openxmlformats.org/officeDocument/2006/relationships/image" Target="../media/image161.png"/><Relationship Id="rId5" Type="http://schemas.openxmlformats.org/officeDocument/2006/relationships/image" Target="../media/image155.png"/><Relationship Id="rId15" Type="http://schemas.openxmlformats.org/officeDocument/2006/relationships/image" Target="../media/image165.png"/><Relationship Id="rId10" Type="http://schemas.openxmlformats.org/officeDocument/2006/relationships/image" Target="../media/image160.png"/><Relationship Id="rId4" Type="http://schemas.openxmlformats.org/officeDocument/2006/relationships/image" Target="../media/image154.png"/><Relationship Id="rId9" Type="http://schemas.openxmlformats.org/officeDocument/2006/relationships/image" Target="../media/image159.png"/><Relationship Id="rId14" Type="http://schemas.openxmlformats.org/officeDocument/2006/relationships/image" Target="../media/image164.png"/></Relationships>
</file>

<file path=ppt/slides/_rels/slide22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3.png"/><Relationship Id="rId3" Type="http://schemas.openxmlformats.org/officeDocument/2006/relationships/image" Target="../media/image169.png"/><Relationship Id="rId7" Type="http://schemas.openxmlformats.org/officeDocument/2006/relationships/image" Target="../media/image172.png"/><Relationship Id="rId2" Type="http://schemas.openxmlformats.org/officeDocument/2006/relationships/image" Target="../media/image35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1.png"/><Relationship Id="rId5" Type="http://schemas.openxmlformats.org/officeDocument/2006/relationships/image" Target="../media/image170.png"/><Relationship Id="rId10" Type="http://schemas.openxmlformats.org/officeDocument/2006/relationships/image" Target="../media/image175.png"/><Relationship Id="rId4" Type="http://schemas.openxmlformats.org/officeDocument/2006/relationships/image" Target="../media/image99.png"/><Relationship Id="rId9" Type="http://schemas.openxmlformats.org/officeDocument/2006/relationships/image" Target="../media/image174.png"/></Relationships>
</file>

<file path=ppt/slides/_rels/slide23.xml.rels><?xml version="1.0" encoding="UTF-8" standalone="yes"?>
<Relationships xmlns="http://schemas.openxmlformats.org/package/2006/relationships"><Relationship Id="rId8" Type="http://schemas.openxmlformats.org/officeDocument/2006/relationships/image" Target="../media/image179.png"/><Relationship Id="rId13" Type="http://schemas.openxmlformats.org/officeDocument/2006/relationships/image" Target="../media/image184.png"/><Relationship Id="rId3" Type="http://schemas.openxmlformats.org/officeDocument/2006/relationships/image" Target="../media/image176.png"/><Relationship Id="rId7" Type="http://schemas.openxmlformats.org/officeDocument/2006/relationships/image" Target="../media/image172.png"/><Relationship Id="rId12" Type="http://schemas.openxmlformats.org/officeDocument/2006/relationships/image" Target="../media/image183.png"/><Relationship Id="rId2" Type="http://schemas.openxmlformats.org/officeDocument/2006/relationships/image" Target="../media/image35.png"/><Relationship Id="rId16" Type="http://schemas.openxmlformats.org/officeDocument/2006/relationships/image" Target="../media/image18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78.png"/><Relationship Id="rId11" Type="http://schemas.openxmlformats.org/officeDocument/2006/relationships/image" Target="../media/image182.png"/><Relationship Id="rId5" Type="http://schemas.openxmlformats.org/officeDocument/2006/relationships/image" Target="../media/image177.png"/><Relationship Id="rId15" Type="http://schemas.openxmlformats.org/officeDocument/2006/relationships/image" Target="../media/image186.png"/><Relationship Id="rId10" Type="http://schemas.openxmlformats.org/officeDocument/2006/relationships/image" Target="../media/image181.png"/><Relationship Id="rId4" Type="http://schemas.openxmlformats.org/officeDocument/2006/relationships/image" Target="../media/image99.png"/><Relationship Id="rId9" Type="http://schemas.openxmlformats.org/officeDocument/2006/relationships/image" Target="../media/image180.png"/><Relationship Id="rId14" Type="http://schemas.openxmlformats.org/officeDocument/2006/relationships/image" Target="../media/image185.png"/></Relationships>
</file>

<file path=ppt/slides/_rels/slide24.xml.rels><?xml version="1.0" encoding="UTF-8" standalone="yes"?>
<Relationships xmlns="http://schemas.openxmlformats.org/package/2006/relationships"><Relationship Id="rId3" Type="http://schemas.openxmlformats.org/officeDocument/2006/relationships/image" Target="../media/image9.png"/><Relationship Id="rId7" Type="http://schemas.openxmlformats.org/officeDocument/2006/relationships/image" Target="../media/image152.png"/><Relationship Id="rId2" Type="http://schemas.openxmlformats.org/officeDocument/2006/relationships/image" Target="../media/image8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88.png"/><Relationship Id="rId5" Type="http://schemas.openxmlformats.org/officeDocument/2006/relationships/image" Target="../media/image11.png"/><Relationship Id="rId4" Type="http://schemas.openxmlformats.org/officeDocument/2006/relationships/image" Target="../media/image10.png"/></Relationships>
</file>

<file path=ppt/slides/_rels/slide2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5.png"/><Relationship Id="rId13" Type="http://schemas.openxmlformats.org/officeDocument/2006/relationships/image" Target="../media/image200.png"/><Relationship Id="rId18" Type="http://schemas.openxmlformats.org/officeDocument/2006/relationships/image" Target="../media/image205.png"/><Relationship Id="rId3" Type="http://schemas.openxmlformats.org/officeDocument/2006/relationships/image" Target="../media/image190.png"/><Relationship Id="rId21" Type="http://schemas.openxmlformats.org/officeDocument/2006/relationships/image" Target="../media/image208.png"/><Relationship Id="rId7" Type="http://schemas.openxmlformats.org/officeDocument/2006/relationships/image" Target="../media/image194.png"/><Relationship Id="rId12" Type="http://schemas.openxmlformats.org/officeDocument/2006/relationships/image" Target="../media/image199.png"/><Relationship Id="rId17" Type="http://schemas.openxmlformats.org/officeDocument/2006/relationships/image" Target="../media/image204.png"/><Relationship Id="rId2" Type="http://schemas.openxmlformats.org/officeDocument/2006/relationships/image" Target="../media/image189.png"/><Relationship Id="rId16" Type="http://schemas.openxmlformats.org/officeDocument/2006/relationships/image" Target="../media/image203.png"/><Relationship Id="rId20" Type="http://schemas.openxmlformats.org/officeDocument/2006/relationships/image" Target="../media/image207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93.png"/><Relationship Id="rId11" Type="http://schemas.openxmlformats.org/officeDocument/2006/relationships/image" Target="../media/image198.png"/><Relationship Id="rId24" Type="http://schemas.openxmlformats.org/officeDocument/2006/relationships/image" Target="../media/image211.png"/><Relationship Id="rId5" Type="http://schemas.openxmlformats.org/officeDocument/2006/relationships/image" Target="../media/image192.png"/><Relationship Id="rId15" Type="http://schemas.openxmlformats.org/officeDocument/2006/relationships/image" Target="../media/image202.png"/><Relationship Id="rId23" Type="http://schemas.openxmlformats.org/officeDocument/2006/relationships/image" Target="../media/image210.png"/><Relationship Id="rId10" Type="http://schemas.openxmlformats.org/officeDocument/2006/relationships/image" Target="../media/image197.png"/><Relationship Id="rId19" Type="http://schemas.openxmlformats.org/officeDocument/2006/relationships/image" Target="../media/image206.png"/><Relationship Id="rId4" Type="http://schemas.openxmlformats.org/officeDocument/2006/relationships/image" Target="../media/image191.png"/><Relationship Id="rId9" Type="http://schemas.openxmlformats.org/officeDocument/2006/relationships/image" Target="../media/image196.png"/><Relationship Id="rId14" Type="http://schemas.openxmlformats.org/officeDocument/2006/relationships/image" Target="../media/image201.png"/><Relationship Id="rId22" Type="http://schemas.openxmlformats.org/officeDocument/2006/relationships/image" Target="../media/image209.png"/></Relationships>
</file>

<file path=ppt/slides/_rels/slide26.xml.rels><?xml version="1.0" encoding="UTF-8" standalone="yes"?>
<Relationships xmlns="http://schemas.openxmlformats.org/package/2006/relationships"><Relationship Id="rId8" Type="http://schemas.openxmlformats.org/officeDocument/2006/relationships/image" Target="../media/image5.png"/><Relationship Id="rId3" Type="http://schemas.openxmlformats.org/officeDocument/2006/relationships/image" Target="../media/image213.png"/><Relationship Id="rId7" Type="http://schemas.openxmlformats.org/officeDocument/2006/relationships/image" Target="../media/image3.png"/><Relationship Id="rId2" Type="http://schemas.openxmlformats.org/officeDocument/2006/relationships/image" Target="../media/image212.png"/><Relationship Id="rId1" Type="http://schemas.openxmlformats.org/officeDocument/2006/relationships/slideLayout" Target="../slideLayouts/slideLayout1.xml"/><Relationship Id="rId6" Type="http://schemas.openxmlformats.org/officeDocument/2006/relationships/image" Target="../media/image10.png"/><Relationship Id="rId5" Type="http://schemas.openxmlformats.org/officeDocument/2006/relationships/image" Target="../media/image9.png"/><Relationship Id="rId10" Type="http://schemas.openxmlformats.org/officeDocument/2006/relationships/image" Target="../media/image7.png"/><Relationship Id="rId4" Type="http://schemas.openxmlformats.org/officeDocument/2006/relationships/image" Target="../media/image214.png"/><Relationship Id="rId9" Type="http://schemas.openxmlformats.org/officeDocument/2006/relationships/image" Target="../media/image6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">
    <p:bg>
      <p:bgPr>
        <a:solidFill>
          <a:srgbClr val="FFE2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495238" y="1695238"/>
            <a:ext cx="19276190" cy="5640652"/>
            <a:chOff x="-495238" y="1695238"/>
            <a:chExt cx="19276190" cy="5640652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-10041290" y="-1033045"/>
              <a:ext cx="38552381" cy="11281304"/>
            </a:xfrm>
            <a:prstGeom prst="rect">
              <a:avLst/>
            </a:prstGeom>
          </p:spPr>
        </p:pic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495238" y="1695238"/>
              <a:ext cx="19276190" cy="5640652"/>
            </a:xfrm>
            <a:prstGeom prst="rect">
              <a:avLst/>
            </a:prstGeom>
          </p:spPr>
        </p:pic>
      </p:grpSp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5280990" y="2092876"/>
            <a:ext cx="8652028" cy="3200047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5626098" y="8008340"/>
            <a:ext cx="7479664" cy="7479664"/>
            <a:chOff x="5626098" y="8008340"/>
            <a:chExt cx="7479664" cy="7479664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5626098" y="8008340"/>
              <a:ext cx="7479664" cy="7479664"/>
            </a:xfrm>
            <a:prstGeom prst="rect">
              <a:avLst/>
            </a:prstGeom>
          </p:spPr>
        </p:pic>
      </p:grpSp>
      <p:pic>
        <p:nvPicPr>
          <p:cNvPr id="10" name="Object 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2261686" y="4219284"/>
            <a:ext cx="12058891" cy="2368567"/>
          </a:xfrm>
          <a:prstGeom prst="rect">
            <a:avLst/>
          </a:prstGeom>
        </p:spPr>
      </p:pic>
      <p:pic>
        <p:nvPicPr>
          <p:cNvPr id="11" name="Object 10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316518" y="641514"/>
            <a:ext cx="12806575" cy="682737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4392069" y="8869212"/>
            <a:ext cx="4081790" cy="1476171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">
    <p:bg>
      <p:bgPr>
        <a:solidFill>
          <a:srgbClr val="FFE2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155833" y="-190476"/>
            <a:ext cx="5320358" cy="10738978"/>
            <a:chOff x="1155833" y="-190476"/>
            <a:chExt cx="5320358" cy="10738978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5833" y="-190476"/>
              <a:ext cx="5320358" cy="10738978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3088897" y="8896156"/>
            <a:ext cx="1454229" cy="522134"/>
            <a:chOff x="3088897" y="8896156"/>
            <a:chExt cx="1454229" cy="522134"/>
          </a:xfrm>
        </p:grpSpPr>
        <p:grpSp>
          <p:nvGrpSpPr>
            <p:cNvPr id="1003" name="그룹 1003"/>
            <p:cNvGrpSpPr/>
            <p:nvPr/>
          </p:nvGrpSpPr>
          <p:grpSpPr>
            <a:xfrm>
              <a:off x="3088897" y="8896156"/>
              <a:ext cx="797729" cy="443537"/>
              <a:chOff x="3088897" y="8896156"/>
              <a:chExt cx="797729" cy="443537"/>
            </a:xfrm>
          </p:grpSpPr>
          <p:pic>
            <p:nvPicPr>
              <p:cNvPr id="7" name="Object 6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088897" y="8896156"/>
                <a:ext cx="797729" cy="443537"/>
              </a:xfrm>
              <a:prstGeom prst="rect">
                <a:avLst/>
              </a:prstGeom>
            </p:spPr>
          </p:pic>
        </p:grpSp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35775" y="9107356"/>
              <a:ext cx="1301178" cy="47326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2692063" y="3680275"/>
            <a:ext cx="2247896" cy="60419"/>
            <a:chOff x="2692063" y="3680275"/>
            <a:chExt cx="2247896" cy="60419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92063" y="3680275"/>
              <a:ext cx="2247896" cy="60419"/>
            </a:xfrm>
            <a:prstGeom prst="rect">
              <a:avLst/>
            </a:prstGeom>
          </p:spPr>
        </p:pic>
      </p:grpSp>
      <p:pic>
        <p:nvPicPr>
          <p:cNvPr id="14" name="Object 13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40519" y="3753252"/>
            <a:ext cx="5600201" cy="1711706"/>
          </a:xfrm>
          <a:prstGeom prst="rect">
            <a:avLst/>
          </a:prstGeom>
        </p:spPr>
      </p:pic>
      <p:pic>
        <p:nvPicPr>
          <p:cNvPr id="15" name="Object 14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504465" y="310297"/>
            <a:ext cx="5271514" cy="4900895"/>
          </a:xfrm>
          <a:prstGeom prst="rect">
            <a:avLst/>
          </a:prstGeom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EDAB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10907972" y="336625"/>
            <a:ext cx="6767716" cy="1254583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-1131578" y="1579101"/>
            <a:ext cx="2687768" cy="96653"/>
            <a:chOff x="-1131578" y="1579101"/>
            <a:chExt cx="2687768" cy="96653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1131578" y="1579101"/>
              <a:ext cx="2687768" cy="96653"/>
            </a:xfrm>
            <a:prstGeom prst="rect">
              <a:avLst/>
            </a:prstGeom>
          </p:spPr>
        </p:pic>
      </p:grpSp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343390" y="3097982"/>
            <a:ext cx="2082731" cy="301331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64372" y="2685613"/>
            <a:ext cx="1764987" cy="404654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11449223" y="2269283"/>
            <a:ext cx="6512682" cy="7104744"/>
            <a:chOff x="11449223" y="2269283"/>
            <a:chExt cx="6512682" cy="7104744"/>
          </a:xfrm>
        </p:grpSpPr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1449223" y="2269283"/>
              <a:ext cx="6512682" cy="7104744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-1131578" y="4956295"/>
            <a:ext cx="2687768" cy="96653"/>
            <a:chOff x="-1131578" y="4956295"/>
            <a:chExt cx="2687768" cy="96653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1131578" y="4956295"/>
              <a:ext cx="2687768" cy="96653"/>
            </a:xfrm>
            <a:prstGeom prst="rect">
              <a:avLst/>
            </a:prstGeom>
          </p:spPr>
        </p:pic>
      </p:grpSp>
      <p:pic>
        <p:nvPicPr>
          <p:cNvPr id="14" name="Object 13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343390" y="6475182"/>
            <a:ext cx="2156893" cy="291798"/>
          </a:xfrm>
          <a:prstGeom prst="rect">
            <a:avLst/>
          </a:prstGeom>
        </p:spPr>
      </p:pic>
      <p:pic>
        <p:nvPicPr>
          <p:cNvPr id="15" name="Object 14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664371" y="6062810"/>
            <a:ext cx="1784035" cy="404654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-1131578" y="8333489"/>
            <a:ext cx="2687768" cy="96653"/>
            <a:chOff x="-1131578" y="8333489"/>
            <a:chExt cx="2687768" cy="96653"/>
          </a:xfrm>
        </p:grpSpPr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1131578" y="8333489"/>
              <a:ext cx="2687768" cy="96653"/>
            </a:xfrm>
            <a:prstGeom prst="rect">
              <a:avLst/>
            </a:prstGeom>
          </p:spPr>
        </p:pic>
      </p:grpSp>
      <p:pic>
        <p:nvPicPr>
          <p:cNvPr id="19" name="Object 18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343390" y="9852382"/>
            <a:ext cx="2305521" cy="291807"/>
          </a:xfrm>
          <a:prstGeom prst="rect">
            <a:avLst/>
          </a:prstGeom>
        </p:spPr>
      </p:pic>
      <p:pic>
        <p:nvPicPr>
          <p:cNvPr id="20" name="Object 19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664371" y="9440001"/>
            <a:ext cx="1764987" cy="404654"/>
          </a:xfrm>
          <a:prstGeom prst="rect">
            <a:avLst/>
          </a:prstGeom>
        </p:spPr>
      </p:pic>
      <p:grpSp>
        <p:nvGrpSpPr>
          <p:cNvPr id="1005" name="그룹 1005"/>
          <p:cNvGrpSpPr/>
          <p:nvPr/>
        </p:nvGrpSpPr>
        <p:grpSpPr>
          <a:xfrm>
            <a:off x="4631780" y="5369405"/>
            <a:ext cx="6171429" cy="4004622"/>
            <a:chOff x="4631780" y="5369405"/>
            <a:chExt cx="6171429" cy="4004622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4631780" y="5369405"/>
              <a:ext cx="6171429" cy="4004622"/>
            </a:xfrm>
            <a:prstGeom prst="rect">
              <a:avLst/>
            </a:prstGeom>
          </p:spPr>
        </p:pic>
      </p:grpSp>
      <p:grpSp>
        <p:nvGrpSpPr>
          <p:cNvPr id="1009" name="그룹 1009"/>
          <p:cNvGrpSpPr/>
          <p:nvPr/>
        </p:nvGrpSpPr>
        <p:grpSpPr>
          <a:xfrm>
            <a:off x="4631780" y="933448"/>
            <a:ext cx="6171429" cy="4053857"/>
            <a:chOff x="4631780" y="933448"/>
            <a:chExt cx="6171429" cy="4053857"/>
          </a:xfrm>
        </p:grpSpPr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4631780" y="933448"/>
              <a:ext cx="6171429" cy="4053857"/>
            </a:xfrm>
            <a:prstGeom prst="rect">
              <a:avLst/>
            </a:prstGeom>
          </p:spPr>
        </p:pic>
      </p:grpSp>
      <p:sp>
        <p:nvSpPr>
          <p:cNvPr id="3" name="타원 2">
            <a:extLst>
              <a:ext uri="{FF2B5EF4-FFF2-40B4-BE49-F238E27FC236}">
                <a16:creationId xmlns:a16="http://schemas.microsoft.com/office/drawing/2014/main" id="{E2376245-DF81-37C9-A8A7-64A2563033A3}"/>
              </a:ext>
            </a:extLst>
          </p:cNvPr>
          <p:cNvSpPr/>
          <p:nvPr/>
        </p:nvSpPr>
        <p:spPr>
          <a:xfrm>
            <a:off x="854486" y="231254"/>
            <a:ext cx="2353957" cy="235395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5" name="타원 4">
            <a:extLst>
              <a:ext uri="{FF2B5EF4-FFF2-40B4-BE49-F238E27FC236}">
                <a16:creationId xmlns:a16="http://schemas.microsoft.com/office/drawing/2014/main" id="{3D810E66-F5CB-07E0-A595-D2B8F66F8BBD}"/>
              </a:ext>
            </a:extLst>
          </p:cNvPr>
          <p:cNvSpPr/>
          <p:nvPr/>
        </p:nvSpPr>
        <p:spPr>
          <a:xfrm>
            <a:off x="854485" y="3640571"/>
            <a:ext cx="2353957" cy="235395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  <p:sp>
        <p:nvSpPr>
          <p:cNvPr id="8" name="타원 7">
            <a:extLst>
              <a:ext uri="{FF2B5EF4-FFF2-40B4-BE49-F238E27FC236}">
                <a16:creationId xmlns:a16="http://schemas.microsoft.com/office/drawing/2014/main" id="{CDDAEF0A-12E7-5245-A2E0-4CE2C06B05CC}"/>
              </a:ext>
            </a:extLst>
          </p:cNvPr>
          <p:cNvSpPr/>
          <p:nvPr/>
        </p:nvSpPr>
        <p:spPr>
          <a:xfrm>
            <a:off x="854485" y="7000614"/>
            <a:ext cx="2353957" cy="2353957"/>
          </a:xfrm>
          <a:prstGeom prst="ellipse">
            <a:avLst/>
          </a:prstGeom>
          <a:solidFill>
            <a:schemeClr val="bg1">
              <a:lumMod val="75000"/>
            </a:scheme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ko-KR" alt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4">
    <p:bg>
      <p:bgPr>
        <a:solidFill>
          <a:srgbClr val="FFE2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155833" y="-190476"/>
            <a:ext cx="5320358" cy="10738978"/>
            <a:chOff x="1155833" y="-190476"/>
            <a:chExt cx="5320358" cy="10738978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5833" y="-190476"/>
              <a:ext cx="5320358" cy="10738978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3088897" y="8896156"/>
            <a:ext cx="1454229" cy="522134"/>
            <a:chOff x="3088897" y="8896156"/>
            <a:chExt cx="1454229" cy="522134"/>
          </a:xfrm>
        </p:grpSpPr>
        <p:grpSp>
          <p:nvGrpSpPr>
            <p:cNvPr id="1003" name="그룹 1003"/>
            <p:cNvGrpSpPr/>
            <p:nvPr/>
          </p:nvGrpSpPr>
          <p:grpSpPr>
            <a:xfrm>
              <a:off x="3088897" y="8896156"/>
              <a:ext cx="797729" cy="443537"/>
              <a:chOff x="3088897" y="8896156"/>
              <a:chExt cx="797729" cy="443537"/>
            </a:xfrm>
          </p:grpSpPr>
          <p:pic>
            <p:nvPicPr>
              <p:cNvPr id="7" name="Object 6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088897" y="8896156"/>
                <a:ext cx="797729" cy="443537"/>
              </a:xfrm>
              <a:prstGeom prst="rect">
                <a:avLst/>
              </a:prstGeom>
            </p:spPr>
          </p:pic>
        </p:grpSp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35775" y="9107356"/>
              <a:ext cx="1301178" cy="47326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2692063" y="3680275"/>
            <a:ext cx="2247896" cy="60419"/>
            <a:chOff x="2692063" y="3680275"/>
            <a:chExt cx="2247896" cy="60419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92063" y="3680275"/>
              <a:ext cx="2247896" cy="60419"/>
            </a:xfrm>
            <a:prstGeom prst="rect">
              <a:avLst/>
            </a:prstGeom>
          </p:spPr>
        </p:pic>
      </p:grpSp>
      <p:pic>
        <p:nvPicPr>
          <p:cNvPr id="14" name="Object 13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283319" y="3764109"/>
            <a:ext cx="5057230" cy="1679135"/>
          </a:xfrm>
          <a:prstGeom prst="rect">
            <a:avLst/>
          </a:prstGeom>
        </p:spPr>
      </p:pic>
      <p:pic>
        <p:nvPicPr>
          <p:cNvPr id="15" name="Object 14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687310" y="306062"/>
            <a:ext cx="5246781" cy="4913524"/>
          </a:xfrm>
          <a:prstGeom prst="rect">
            <a:avLst/>
          </a:prstGeom>
        </p:spPr>
      </p:pic>
    </p:spTree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5276963" y="451063"/>
            <a:ext cx="7982204" cy="2063081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2563849" y="1881541"/>
            <a:ext cx="12691623" cy="981956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7582621" y="3494069"/>
            <a:ext cx="3120472" cy="6171429"/>
            <a:chOff x="7582621" y="3494069"/>
            <a:chExt cx="3120472" cy="6171429"/>
          </a:xfrm>
        </p:grpSpPr>
        <p:pic>
          <p:nvPicPr>
            <p:cNvPr id="5" name="Object 4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7582621" y="3494069"/>
              <a:ext cx="3120472" cy="6171429"/>
            </a:xfrm>
            <a:prstGeom prst="rect">
              <a:avLst/>
            </a:prstGeom>
          </p:spPr>
        </p:pic>
      </p:grpSp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1916152" y="3871991"/>
            <a:ext cx="6192166" cy="1553423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1579323" y="4237568"/>
            <a:ext cx="7524433" cy="2249233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1699321" y="6423568"/>
            <a:ext cx="7468223" cy="1714242"/>
          </a:xfrm>
          <a:prstGeom prst="rect">
            <a:avLst/>
          </a:prstGeom>
        </p:spPr>
      </p:pic>
      <p:pic>
        <p:nvPicPr>
          <p:cNvPr id="10" name="Object 9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157863" y="5627489"/>
            <a:ext cx="2550376" cy="1564309"/>
          </a:xfrm>
          <a:prstGeom prst="rect">
            <a:avLst/>
          </a:prstGeom>
        </p:spPr>
      </p:pic>
      <p:pic>
        <p:nvPicPr>
          <p:cNvPr id="11" name="Object 10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277861" y="6931859"/>
            <a:ext cx="7415137" cy="3238013"/>
          </a:xfrm>
          <a:prstGeom prst="rect">
            <a:avLst/>
          </a:prstGeom>
        </p:spPr>
      </p:pic>
    </p:spTree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2416347" y="2359264"/>
            <a:ext cx="10359123" cy="5559083"/>
            <a:chOff x="-2416347" y="2359264"/>
            <a:chExt cx="10359123" cy="555908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-5400000">
              <a:off x="-2416347" y="2359264"/>
              <a:ext cx="10359123" cy="5559083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27889" y="1531231"/>
            <a:ext cx="3739309" cy="1607357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-1108128" y="3442945"/>
            <a:ext cx="6874411" cy="1932782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7488206" y="335461"/>
            <a:ext cx="8751412" cy="3052298"/>
            <a:chOff x="7488206" y="335461"/>
            <a:chExt cx="8751412" cy="3052298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3235730" y="-1048928"/>
              <a:ext cx="17502823" cy="6104597"/>
            </a:xfrm>
            <a:prstGeom prst="rect">
              <a:avLst/>
            </a:prstGeom>
          </p:spPr>
        </p:pic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488206" y="335461"/>
              <a:ext cx="8751412" cy="3052298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7873094" y="711190"/>
            <a:ext cx="1784225" cy="2024888"/>
            <a:chOff x="7873094" y="711190"/>
            <a:chExt cx="1784225" cy="2024888"/>
          </a:xfrm>
        </p:grpSpPr>
        <p:grpSp>
          <p:nvGrpSpPr>
            <p:cNvPr id="1004" name="그룹 1004"/>
            <p:cNvGrpSpPr/>
            <p:nvPr/>
          </p:nvGrpSpPr>
          <p:grpSpPr>
            <a:xfrm>
              <a:off x="7873094" y="711190"/>
              <a:ext cx="1784225" cy="2024888"/>
              <a:chOff x="7873094" y="711190"/>
              <a:chExt cx="1784225" cy="2024888"/>
            </a:xfrm>
          </p:grpSpPr>
          <p:pic>
            <p:nvPicPr>
              <p:cNvPr id="13" name="Object 12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7873094" y="711190"/>
                <a:ext cx="1784225" cy="2024888"/>
              </a:xfrm>
              <a:prstGeom prst="rect">
                <a:avLst/>
              </a:prstGeom>
            </p:spPr>
          </p:pic>
          <p:grpSp>
            <p:nvGrpSpPr>
              <p:cNvPr id="1005" name="그룹 1005"/>
              <p:cNvGrpSpPr/>
              <p:nvPr/>
            </p:nvGrpSpPr>
            <p:grpSpPr>
              <a:xfrm>
                <a:off x="8090193" y="1048620"/>
                <a:ext cx="1350028" cy="1350028"/>
                <a:chOff x="8090193" y="1048620"/>
                <a:chExt cx="1350028" cy="1350028"/>
              </a:xfrm>
            </p:grpSpPr>
            <p:pic>
              <p:nvPicPr>
                <p:cNvPr id="15" name="Object 14"/>
                <p:cNvPicPr>
                  <a:picLocks noChangeAspect="1"/>
                </p:cNvPicPr>
                <p:nvPr/>
              </p:nvPicPr>
              <p:blipFill>
                <a:blip r:embed="rId8" cstate="print"/>
                <a:stretch>
                  <a:fillRect/>
                </a:stretch>
              </p:blipFill>
              <p:spPr>
                <a:xfrm>
                  <a:off x="7481267" y="439694"/>
                  <a:ext cx="2700056" cy="2700056"/>
                </a:xfrm>
                <a:prstGeom prst="rect">
                  <a:avLst/>
                </a:prstGeom>
              </p:spPr>
            </p:pic>
            <p:pic>
              <p:nvPicPr>
                <p:cNvPr id="16" name="Object 15"/>
                <p:cNvPicPr>
                  <a:picLocks noChangeAspect="1"/>
                </p:cNvPicPr>
                <p:nvPr/>
              </p:nvPicPr>
              <p:blipFill>
                <a:blip r:embed="rId9" cstate="print"/>
                <a:stretch>
                  <a:fillRect/>
                </a:stretch>
              </p:blipFill>
              <p:spPr>
                <a:xfrm>
                  <a:off x="8090193" y="1048620"/>
                  <a:ext cx="1350028" cy="1350028"/>
                </a:xfrm>
                <a:prstGeom prst="rect">
                  <a:avLst/>
                </a:prstGeom>
              </p:spPr>
            </p:pic>
          </p:grpSp>
        </p:grpSp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7956935" y="1213038"/>
              <a:ext cx="1666133" cy="1117114"/>
            </a:xfrm>
            <a:prstGeom prst="rect">
              <a:avLst/>
            </a:prstGeom>
          </p:spPr>
        </p:pic>
      </p:grpSp>
      <p:pic>
        <p:nvPicPr>
          <p:cNvPr id="21" name="Object 20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10051177" y="529386"/>
            <a:ext cx="4193605" cy="958033"/>
          </a:xfrm>
          <a:prstGeom prst="rect">
            <a:avLst/>
          </a:prstGeom>
        </p:spPr>
      </p:pic>
      <p:grpSp>
        <p:nvGrpSpPr>
          <p:cNvPr id="1006" name="그룹 1006"/>
          <p:cNvGrpSpPr/>
          <p:nvPr/>
        </p:nvGrpSpPr>
        <p:grpSpPr>
          <a:xfrm>
            <a:off x="993117" y="6612791"/>
            <a:ext cx="3248114" cy="3059358"/>
            <a:chOff x="993117" y="6612791"/>
            <a:chExt cx="3248114" cy="3059358"/>
          </a:xfrm>
        </p:grpSpPr>
        <p:pic>
          <p:nvPicPr>
            <p:cNvPr id="23" name="Object 22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93117" y="6612791"/>
              <a:ext cx="3248114" cy="3059358"/>
            </a:xfrm>
            <a:prstGeom prst="rect">
              <a:avLst/>
            </a:prstGeom>
          </p:spPr>
        </p:pic>
      </p:grpSp>
      <p:pic>
        <p:nvPicPr>
          <p:cNvPr id="25" name="Object 24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0088384" y="1323620"/>
            <a:ext cx="3512766" cy="1750042"/>
          </a:xfrm>
          <a:prstGeom prst="rect">
            <a:avLst/>
          </a:prstGeom>
        </p:spPr>
      </p:pic>
      <p:grpSp>
        <p:nvGrpSpPr>
          <p:cNvPr id="1007" name="그룹 1007"/>
          <p:cNvGrpSpPr/>
          <p:nvPr/>
        </p:nvGrpSpPr>
        <p:grpSpPr>
          <a:xfrm>
            <a:off x="7488206" y="3914217"/>
            <a:ext cx="8723151" cy="2756017"/>
            <a:chOff x="7488206" y="3914217"/>
            <a:chExt cx="8723151" cy="2756017"/>
          </a:xfrm>
        </p:grpSpPr>
        <p:pic>
          <p:nvPicPr>
            <p:cNvPr id="27" name="Object 26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240115" y="2662246"/>
              <a:ext cx="17446303" cy="5512035"/>
            </a:xfrm>
            <a:prstGeom prst="rect">
              <a:avLst/>
            </a:prstGeom>
          </p:spPr>
        </p:pic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88206" y="3914217"/>
              <a:ext cx="8723151" cy="2756017"/>
            </a:xfrm>
            <a:prstGeom prst="rect">
              <a:avLst/>
            </a:prstGeom>
          </p:spPr>
        </p:pic>
      </p:grpSp>
      <p:pic>
        <p:nvPicPr>
          <p:cNvPr id="30" name="Object 29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7977777" y="4063616"/>
            <a:ext cx="6166862" cy="952433"/>
          </a:xfrm>
          <a:prstGeom prst="rect">
            <a:avLst/>
          </a:prstGeom>
        </p:spPr>
      </p:pic>
      <p:pic>
        <p:nvPicPr>
          <p:cNvPr id="31" name="Object 30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8034577" y="4853054"/>
            <a:ext cx="3307109" cy="1498147"/>
          </a:xfrm>
          <a:prstGeom prst="rect">
            <a:avLst/>
          </a:prstGeom>
        </p:spPr>
      </p:pic>
      <p:grpSp>
        <p:nvGrpSpPr>
          <p:cNvPr id="1008" name="그룹 1008"/>
          <p:cNvGrpSpPr/>
          <p:nvPr/>
        </p:nvGrpSpPr>
        <p:grpSpPr>
          <a:xfrm>
            <a:off x="7488206" y="7055208"/>
            <a:ext cx="8723151" cy="2756017"/>
            <a:chOff x="7488206" y="7055208"/>
            <a:chExt cx="8723151" cy="2756017"/>
          </a:xfrm>
        </p:grpSpPr>
        <p:pic>
          <p:nvPicPr>
            <p:cNvPr id="33" name="Object 32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3240115" y="5803237"/>
              <a:ext cx="17446303" cy="5512035"/>
            </a:xfrm>
            <a:prstGeom prst="rect">
              <a:avLst/>
            </a:prstGeom>
          </p:spPr>
        </p:pic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7488206" y="7055208"/>
              <a:ext cx="8723151" cy="2756017"/>
            </a:xfrm>
            <a:prstGeom prst="rect">
              <a:avLst/>
            </a:prstGeom>
          </p:spPr>
        </p:pic>
      </p:grpSp>
      <p:pic>
        <p:nvPicPr>
          <p:cNvPr id="36" name="Object 35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10299474" y="7269922"/>
            <a:ext cx="4745176" cy="952404"/>
          </a:xfrm>
          <a:prstGeom prst="rect">
            <a:avLst/>
          </a:prstGeom>
        </p:spPr>
      </p:pic>
      <p:pic>
        <p:nvPicPr>
          <p:cNvPr id="37" name="Object 36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10322558" y="8077777"/>
            <a:ext cx="5730728" cy="1130366"/>
          </a:xfrm>
          <a:prstGeom prst="rect">
            <a:avLst/>
          </a:prstGeom>
        </p:spPr>
      </p:pic>
      <p:grpSp>
        <p:nvGrpSpPr>
          <p:cNvPr id="1009" name="그룹 1009"/>
          <p:cNvGrpSpPr/>
          <p:nvPr/>
        </p:nvGrpSpPr>
        <p:grpSpPr>
          <a:xfrm>
            <a:off x="7975951" y="7523629"/>
            <a:ext cx="1784225" cy="2024888"/>
            <a:chOff x="7975951" y="7523629"/>
            <a:chExt cx="1784225" cy="2024888"/>
          </a:xfrm>
        </p:grpSpPr>
        <p:grpSp>
          <p:nvGrpSpPr>
            <p:cNvPr id="1010" name="그룹 1010"/>
            <p:cNvGrpSpPr/>
            <p:nvPr/>
          </p:nvGrpSpPr>
          <p:grpSpPr>
            <a:xfrm>
              <a:off x="7975951" y="7523629"/>
              <a:ext cx="1784225" cy="2024888"/>
              <a:chOff x="7975951" y="7523629"/>
              <a:chExt cx="1784225" cy="2024888"/>
            </a:xfrm>
          </p:grpSpPr>
          <p:pic>
            <p:nvPicPr>
              <p:cNvPr id="40" name="Object 39"/>
              <p:cNvPicPr>
                <a:picLocks noChangeAspect="1"/>
              </p:cNvPicPr>
              <p:nvPr/>
            </p:nvPicPr>
            <p:blipFill>
              <a:blip r:embed="rId20" cstate="print"/>
              <a:stretch>
                <a:fillRect/>
              </a:stretch>
            </p:blipFill>
            <p:spPr>
              <a:xfrm>
                <a:off x="7975951" y="7523629"/>
                <a:ext cx="1784225" cy="2024888"/>
              </a:xfrm>
              <a:prstGeom prst="rect">
                <a:avLst/>
              </a:prstGeom>
            </p:spPr>
          </p:pic>
          <p:grpSp>
            <p:nvGrpSpPr>
              <p:cNvPr id="1011" name="그룹 1011"/>
              <p:cNvGrpSpPr/>
              <p:nvPr/>
            </p:nvGrpSpPr>
            <p:grpSpPr>
              <a:xfrm>
                <a:off x="8193050" y="7861060"/>
                <a:ext cx="1350028" cy="1350028"/>
                <a:chOff x="8193050" y="7861060"/>
                <a:chExt cx="1350028" cy="1350028"/>
              </a:xfrm>
            </p:grpSpPr>
            <p:pic>
              <p:nvPicPr>
                <p:cNvPr id="42" name="Object 41"/>
                <p:cNvPicPr>
                  <a:picLocks noChangeAspect="1"/>
                </p:cNvPicPr>
                <p:nvPr/>
              </p:nvPicPr>
              <p:blipFill>
                <a:blip r:embed="rId8" cstate="print"/>
                <a:stretch>
                  <a:fillRect/>
                </a:stretch>
              </p:blipFill>
              <p:spPr>
                <a:xfrm>
                  <a:off x="7584125" y="7252134"/>
                  <a:ext cx="2700056" cy="2700056"/>
                </a:xfrm>
                <a:prstGeom prst="rect">
                  <a:avLst/>
                </a:prstGeom>
              </p:spPr>
            </p:pic>
            <p:pic>
              <p:nvPicPr>
                <p:cNvPr id="43" name="Object 42"/>
                <p:cNvPicPr>
                  <a:picLocks noChangeAspect="1"/>
                </p:cNvPicPr>
                <p:nvPr/>
              </p:nvPicPr>
              <p:blipFill>
                <a:blip r:embed="rId9" cstate="print"/>
                <a:stretch>
                  <a:fillRect/>
                </a:stretch>
              </p:blipFill>
              <p:spPr>
                <a:xfrm>
                  <a:off x="8193050" y="7861060"/>
                  <a:ext cx="1350028" cy="1350028"/>
                </a:xfrm>
                <a:prstGeom prst="rect">
                  <a:avLst/>
                </a:prstGeom>
              </p:spPr>
            </p:pic>
          </p:grpSp>
        </p:grpSp>
      </p:grpSp>
      <p:pic>
        <p:nvPicPr>
          <p:cNvPr id="47" name="Object 46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7008573" y="7753144"/>
            <a:ext cx="1614146" cy="833908"/>
          </a:xfrm>
          <a:prstGeom prst="rect">
            <a:avLst/>
          </a:prstGeom>
        </p:spPr>
      </p:pic>
      <p:pic>
        <p:nvPicPr>
          <p:cNvPr id="48" name="Object 47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9007576" y="8711313"/>
            <a:ext cx="1576365" cy="833908"/>
          </a:xfrm>
          <a:prstGeom prst="rect">
            <a:avLst/>
          </a:prstGeom>
        </p:spPr>
      </p:pic>
    </p:spTree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2416347" y="2359264"/>
            <a:ext cx="10359123" cy="5559083"/>
            <a:chOff x="-2416347" y="2359264"/>
            <a:chExt cx="10359123" cy="555908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-5400000">
              <a:off x="-2416347" y="2359264"/>
              <a:ext cx="10359123" cy="5559083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27889" y="1531231"/>
            <a:ext cx="3739309" cy="1607357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-1108128" y="3442945"/>
            <a:ext cx="6874411" cy="1932782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7026212" y="1650895"/>
            <a:ext cx="9802800" cy="3483532"/>
            <a:chOff x="7026212" y="1650895"/>
            <a:chExt cx="9802800" cy="3483532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265453" y="70917"/>
              <a:ext cx="19605600" cy="6967064"/>
            </a:xfrm>
            <a:prstGeom prst="rect">
              <a:avLst/>
            </a:prstGeom>
          </p:spPr>
        </p:pic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7026212" y="1650895"/>
              <a:ext cx="9802800" cy="3483532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7813499" y="2302755"/>
            <a:ext cx="1923175" cy="2182580"/>
            <a:chOff x="7813499" y="2302755"/>
            <a:chExt cx="1923175" cy="2182580"/>
          </a:xfrm>
        </p:grpSpPr>
        <p:grpSp>
          <p:nvGrpSpPr>
            <p:cNvPr id="1004" name="그룹 1004"/>
            <p:cNvGrpSpPr/>
            <p:nvPr/>
          </p:nvGrpSpPr>
          <p:grpSpPr>
            <a:xfrm>
              <a:off x="7813499" y="2302755"/>
              <a:ext cx="1923175" cy="2182580"/>
              <a:chOff x="7813499" y="2302755"/>
              <a:chExt cx="1923175" cy="2182580"/>
            </a:xfrm>
          </p:grpSpPr>
          <p:pic>
            <p:nvPicPr>
              <p:cNvPr id="13" name="Object 12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7813499" y="2302755"/>
                <a:ext cx="1923175" cy="2182580"/>
              </a:xfrm>
              <a:prstGeom prst="rect">
                <a:avLst/>
              </a:prstGeom>
            </p:spPr>
          </p:pic>
          <p:grpSp>
            <p:nvGrpSpPr>
              <p:cNvPr id="1005" name="그룹 1005"/>
              <p:cNvGrpSpPr/>
              <p:nvPr/>
            </p:nvGrpSpPr>
            <p:grpSpPr>
              <a:xfrm>
                <a:off x="8047504" y="2666463"/>
                <a:ext cx="1455164" cy="1455164"/>
                <a:chOff x="8047504" y="2666463"/>
                <a:chExt cx="1455164" cy="1455164"/>
              </a:xfrm>
            </p:grpSpPr>
            <p:pic>
              <p:nvPicPr>
                <p:cNvPr id="15" name="Object 14"/>
                <p:cNvPicPr>
                  <a:picLocks noChangeAspect="1"/>
                </p:cNvPicPr>
                <p:nvPr/>
              </p:nvPicPr>
              <p:blipFill>
                <a:blip r:embed="rId8" cstate="print"/>
                <a:stretch>
                  <a:fillRect/>
                </a:stretch>
              </p:blipFill>
              <p:spPr>
                <a:xfrm>
                  <a:off x="7391158" y="2010116"/>
                  <a:ext cx="2910328" cy="2910328"/>
                </a:xfrm>
                <a:prstGeom prst="rect">
                  <a:avLst/>
                </a:prstGeom>
              </p:spPr>
            </p:pic>
            <p:pic>
              <p:nvPicPr>
                <p:cNvPr id="16" name="Object 15"/>
                <p:cNvPicPr>
                  <a:picLocks noChangeAspect="1"/>
                </p:cNvPicPr>
                <p:nvPr/>
              </p:nvPicPr>
              <p:blipFill>
                <a:blip r:embed="rId9" cstate="print"/>
                <a:stretch>
                  <a:fillRect/>
                </a:stretch>
              </p:blipFill>
              <p:spPr>
                <a:xfrm>
                  <a:off x="8047504" y="2666463"/>
                  <a:ext cx="1455164" cy="1455164"/>
                </a:xfrm>
                <a:prstGeom prst="rect">
                  <a:avLst/>
                </a:prstGeom>
              </p:spPr>
            </p:pic>
          </p:grpSp>
        </p:grpSp>
      </p:grpSp>
      <p:pic>
        <p:nvPicPr>
          <p:cNvPr id="20" name="Object 19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0599733" y="1986598"/>
            <a:ext cx="5612523" cy="1028523"/>
          </a:xfrm>
          <a:prstGeom prst="rect">
            <a:avLst/>
          </a:prstGeom>
        </p:spPr>
      </p:pic>
      <p:grpSp>
        <p:nvGrpSpPr>
          <p:cNvPr id="1006" name="그룹 1006"/>
          <p:cNvGrpSpPr/>
          <p:nvPr/>
        </p:nvGrpSpPr>
        <p:grpSpPr>
          <a:xfrm>
            <a:off x="993117" y="6612791"/>
            <a:ext cx="3248114" cy="3059358"/>
            <a:chOff x="993117" y="6612791"/>
            <a:chExt cx="3248114" cy="3059358"/>
          </a:xfrm>
        </p:grpSpPr>
        <p:pic>
          <p:nvPicPr>
            <p:cNvPr id="22" name="Object 21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993117" y="6612791"/>
              <a:ext cx="3248114" cy="3059358"/>
            </a:xfrm>
            <a:prstGeom prst="rect">
              <a:avLst/>
            </a:prstGeom>
          </p:spPr>
        </p:pic>
      </p:grpSp>
      <p:pic>
        <p:nvPicPr>
          <p:cNvPr id="24" name="Object 23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10657456" y="2767315"/>
            <a:ext cx="2844329" cy="1975176"/>
          </a:xfrm>
          <a:prstGeom prst="rect">
            <a:avLst/>
          </a:prstGeom>
        </p:spPr>
      </p:pic>
      <p:pic>
        <p:nvPicPr>
          <p:cNvPr id="25" name="Object 24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9242378" y="3023321"/>
            <a:ext cx="1418456" cy="792999"/>
          </a:xfrm>
          <a:prstGeom prst="rect">
            <a:avLst/>
          </a:prstGeom>
        </p:spPr>
      </p:pic>
      <p:pic>
        <p:nvPicPr>
          <p:cNvPr id="26" name="Object 25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7683002" y="2013768"/>
            <a:ext cx="1434068" cy="773239"/>
          </a:xfrm>
          <a:prstGeom prst="rect">
            <a:avLst/>
          </a:prstGeom>
        </p:spPr>
      </p:pic>
      <p:pic>
        <p:nvPicPr>
          <p:cNvPr id="27" name="Object 26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6879846" y="3001369"/>
            <a:ext cx="1521277" cy="773239"/>
          </a:xfrm>
          <a:prstGeom prst="rect">
            <a:avLst/>
          </a:prstGeom>
        </p:spPr>
      </p:pic>
      <p:pic>
        <p:nvPicPr>
          <p:cNvPr id="28" name="Object 27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7631311" y="4124131"/>
            <a:ext cx="1691599" cy="773952"/>
          </a:xfrm>
          <a:prstGeom prst="rect">
            <a:avLst/>
          </a:prstGeom>
        </p:spPr>
      </p:pic>
      <p:grpSp>
        <p:nvGrpSpPr>
          <p:cNvPr id="1007" name="그룹 1007"/>
          <p:cNvGrpSpPr/>
          <p:nvPr/>
        </p:nvGrpSpPr>
        <p:grpSpPr>
          <a:xfrm>
            <a:off x="7026212" y="5584659"/>
            <a:ext cx="9870859" cy="2911132"/>
            <a:chOff x="7026212" y="5584659"/>
            <a:chExt cx="9870859" cy="2911132"/>
          </a:xfrm>
        </p:grpSpPr>
        <p:grpSp>
          <p:nvGrpSpPr>
            <p:cNvPr id="1008" name="그룹 1008"/>
            <p:cNvGrpSpPr/>
            <p:nvPr/>
          </p:nvGrpSpPr>
          <p:grpSpPr>
            <a:xfrm>
              <a:off x="7026212" y="5584659"/>
              <a:ext cx="9771144" cy="2811417"/>
              <a:chOff x="7026212" y="5584659"/>
              <a:chExt cx="9771144" cy="2811417"/>
            </a:xfrm>
          </p:grpSpPr>
          <p:pic>
            <p:nvPicPr>
              <p:cNvPr id="31" name="Object 30"/>
              <p:cNvPicPr>
                <a:picLocks noChangeAspect="1"/>
              </p:cNvPicPr>
              <p:nvPr/>
            </p:nvPicPr>
            <p:blipFill>
              <a:blip r:embed="rId17" cstate="print"/>
              <a:stretch>
                <a:fillRect/>
              </a:stretch>
            </p:blipFill>
            <p:spPr>
              <a:xfrm>
                <a:off x="2256407" y="4307522"/>
                <a:ext cx="19542289" cy="5622835"/>
              </a:xfrm>
              <a:prstGeom prst="rect">
                <a:avLst/>
              </a:prstGeom>
            </p:spPr>
          </p:pic>
          <p:pic>
            <p:nvPicPr>
              <p:cNvPr id="32" name="Object 31"/>
              <p:cNvPicPr>
                <a:picLocks noChangeAspect="1"/>
              </p:cNvPicPr>
              <p:nvPr/>
            </p:nvPicPr>
            <p:blipFill>
              <a:blip r:embed="rId18" cstate="print"/>
              <a:stretch>
                <a:fillRect/>
              </a:stretch>
            </p:blipFill>
            <p:spPr>
              <a:xfrm>
                <a:off x="7026212" y="5584659"/>
                <a:ext cx="9771144" cy="2811417"/>
              </a:xfrm>
              <a:prstGeom prst="rect">
                <a:avLst/>
              </a:prstGeom>
            </p:spPr>
          </p:pic>
        </p:grpSp>
        <p:pic>
          <p:nvPicPr>
            <p:cNvPr id="34" name="Object 33"/>
            <p:cNvPicPr>
              <a:picLocks noChangeAspect="1"/>
            </p:cNvPicPr>
            <p:nvPr/>
          </p:nvPicPr>
          <p:blipFill>
            <a:blip r:embed="rId19" cstate="print"/>
            <a:stretch>
              <a:fillRect/>
            </a:stretch>
          </p:blipFill>
          <p:spPr>
            <a:xfrm>
              <a:off x="7434656" y="5927357"/>
              <a:ext cx="6904021" cy="1059336"/>
            </a:xfrm>
            <a:prstGeom prst="rect">
              <a:avLst/>
            </a:prstGeom>
          </p:spPr>
        </p:pic>
        <p:pic>
          <p:nvPicPr>
            <p:cNvPr id="35" name="Object 34"/>
            <p:cNvPicPr>
              <a:picLocks noChangeAspect="1"/>
            </p:cNvPicPr>
            <p:nvPr/>
          </p:nvPicPr>
          <p:blipFill>
            <a:blip r:embed="rId20" cstate="print"/>
            <a:stretch>
              <a:fillRect/>
            </a:stretch>
          </p:blipFill>
          <p:spPr>
            <a:xfrm>
              <a:off x="7457513" y="6766989"/>
              <a:ext cx="3309538" cy="1290576"/>
            </a:xfrm>
            <a:prstGeom prst="rect">
              <a:avLst/>
            </a:prstGeom>
          </p:spPr>
        </p:pic>
        <p:grpSp>
          <p:nvGrpSpPr>
            <p:cNvPr id="1009" name="그룹 1009"/>
            <p:cNvGrpSpPr/>
            <p:nvPr/>
          </p:nvGrpSpPr>
          <p:grpSpPr>
            <a:xfrm>
              <a:off x="7125927" y="5684374"/>
              <a:ext cx="9771144" cy="2811417"/>
              <a:chOff x="7125927" y="5684374"/>
              <a:chExt cx="9771144" cy="2811417"/>
            </a:xfrm>
          </p:grpSpPr>
          <p:pic>
            <p:nvPicPr>
              <p:cNvPr id="37" name="Object 36"/>
              <p:cNvPicPr>
                <a:picLocks noChangeAspect="1"/>
              </p:cNvPicPr>
              <p:nvPr/>
            </p:nvPicPr>
            <p:blipFill>
              <a:blip r:embed="rId17" cstate="print"/>
              <a:stretch>
                <a:fillRect/>
              </a:stretch>
            </p:blipFill>
            <p:spPr>
              <a:xfrm>
                <a:off x="2356121" y="4407237"/>
                <a:ext cx="19542289" cy="5622835"/>
              </a:xfrm>
              <a:prstGeom prst="rect">
                <a:avLst/>
              </a:prstGeom>
            </p:spPr>
          </p:pic>
          <p:pic>
            <p:nvPicPr>
              <p:cNvPr id="38" name="Object 37"/>
              <p:cNvPicPr>
                <a:picLocks noChangeAspect="1"/>
              </p:cNvPicPr>
              <p:nvPr/>
            </p:nvPicPr>
            <p:blipFill>
              <a:blip r:embed="rId18" cstate="print"/>
              <a:stretch>
                <a:fillRect/>
              </a:stretch>
            </p:blipFill>
            <p:spPr>
              <a:xfrm>
                <a:off x="7125927" y="5684374"/>
                <a:ext cx="9771144" cy="2811417"/>
              </a:xfrm>
              <a:prstGeom prst="rect">
                <a:avLst/>
              </a:prstGeom>
            </p:spPr>
          </p:pic>
        </p:grpSp>
        <p:pic>
          <p:nvPicPr>
            <p:cNvPr id="40" name="Object 39"/>
            <p:cNvPicPr>
              <a:picLocks noChangeAspect="1"/>
            </p:cNvPicPr>
            <p:nvPr/>
          </p:nvPicPr>
          <p:blipFill>
            <a:blip r:embed="rId21" cstate="print"/>
            <a:stretch>
              <a:fillRect/>
            </a:stretch>
          </p:blipFill>
          <p:spPr>
            <a:xfrm>
              <a:off x="7534371" y="6034698"/>
              <a:ext cx="6904021" cy="1048107"/>
            </a:xfrm>
            <a:prstGeom prst="rect">
              <a:avLst/>
            </a:prstGeom>
          </p:spPr>
        </p:pic>
        <p:pic>
          <p:nvPicPr>
            <p:cNvPr id="41" name="Object 40"/>
            <p:cNvPicPr>
              <a:picLocks noChangeAspect="1"/>
            </p:cNvPicPr>
            <p:nvPr/>
          </p:nvPicPr>
          <p:blipFill>
            <a:blip r:embed="rId22" cstate="print"/>
            <a:stretch>
              <a:fillRect/>
            </a:stretch>
          </p:blipFill>
          <p:spPr>
            <a:xfrm>
              <a:off x="7557228" y="6866704"/>
              <a:ext cx="3309538" cy="129057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8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2416347" y="2359264"/>
            <a:ext cx="10359123" cy="5559083"/>
            <a:chOff x="-2416347" y="2359264"/>
            <a:chExt cx="10359123" cy="555908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-5400000">
              <a:off x="-2416347" y="2359264"/>
              <a:ext cx="10359123" cy="5559083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1027889" y="1531231"/>
            <a:ext cx="3739309" cy="1607357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-1108128" y="3442945"/>
            <a:ext cx="6874411" cy="1932782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993117" y="6612791"/>
            <a:ext cx="3248114" cy="3059358"/>
            <a:chOff x="993117" y="6612791"/>
            <a:chExt cx="3248114" cy="3059358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993117" y="6612791"/>
              <a:ext cx="3248114" cy="3059358"/>
            </a:xfrm>
            <a:prstGeom prst="rect">
              <a:avLst/>
            </a:prstGeom>
          </p:spPr>
        </p:pic>
      </p:grpSp>
      <p:pic>
        <p:nvPicPr>
          <p:cNvPr id="10" name="Object 9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4705108" y="3737549"/>
            <a:ext cx="13945227" cy="3826094"/>
          </a:xfrm>
          <a:prstGeom prst="rect">
            <a:avLst/>
          </a:prstGeom>
        </p:spPr>
      </p:pic>
      <p:pic>
        <p:nvPicPr>
          <p:cNvPr id="11" name="Object 10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048178" y="2737850"/>
            <a:ext cx="12024302" cy="1327559"/>
          </a:xfrm>
          <a:prstGeom prst="rect">
            <a:avLst/>
          </a:prstGeom>
        </p:spPr>
      </p:pic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9">
    <p:bg>
      <p:bgPr>
        <a:solidFill>
          <a:srgbClr val="FFE2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155833" y="-190476"/>
            <a:ext cx="5320358" cy="10738978"/>
            <a:chOff x="1155833" y="-190476"/>
            <a:chExt cx="5320358" cy="10738978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5833" y="-190476"/>
              <a:ext cx="5320358" cy="10738978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3088897" y="8896156"/>
            <a:ext cx="1454229" cy="522134"/>
            <a:chOff x="3088897" y="8896156"/>
            <a:chExt cx="1454229" cy="522134"/>
          </a:xfrm>
        </p:grpSpPr>
        <p:grpSp>
          <p:nvGrpSpPr>
            <p:cNvPr id="1003" name="그룹 1003"/>
            <p:cNvGrpSpPr/>
            <p:nvPr/>
          </p:nvGrpSpPr>
          <p:grpSpPr>
            <a:xfrm>
              <a:off x="3088897" y="8896156"/>
              <a:ext cx="797729" cy="443537"/>
              <a:chOff x="3088897" y="8896156"/>
              <a:chExt cx="797729" cy="443537"/>
            </a:xfrm>
          </p:grpSpPr>
          <p:pic>
            <p:nvPicPr>
              <p:cNvPr id="7" name="Object 6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088897" y="8896156"/>
                <a:ext cx="797729" cy="443537"/>
              </a:xfrm>
              <a:prstGeom prst="rect">
                <a:avLst/>
              </a:prstGeom>
            </p:spPr>
          </p:pic>
        </p:grpSp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35775" y="9107356"/>
              <a:ext cx="1301178" cy="47326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2692063" y="3680275"/>
            <a:ext cx="2247896" cy="60419"/>
            <a:chOff x="2692063" y="3680275"/>
            <a:chExt cx="2247896" cy="60419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92063" y="3680275"/>
              <a:ext cx="2247896" cy="60419"/>
            </a:xfrm>
            <a:prstGeom prst="rect">
              <a:avLst/>
            </a:prstGeom>
          </p:spPr>
        </p:pic>
      </p:grpSp>
      <p:pic>
        <p:nvPicPr>
          <p:cNvPr id="14" name="Object 13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1283176" y="3753252"/>
            <a:ext cx="5029172" cy="1711706"/>
          </a:xfrm>
          <a:prstGeom prst="rect">
            <a:avLst/>
          </a:prstGeom>
        </p:spPr>
      </p:pic>
      <p:pic>
        <p:nvPicPr>
          <p:cNvPr id="15" name="Object 14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693062" y="306062"/>
            <a:ext cx="5239048" cy="4913524"/>
          </a:xfrm>
          <a:prstGeom prst="rect">
            <a:avLst/>
          </a:prstGeom>
        </p:spPr>
      </p:pic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0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172777" y="355844"/>
            <a:ext cx="9658424" cy="2316853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5424592" y="1974494"/>
            <a:ext cx="12224253" cy="987414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1020699" y="2166862"/>
            <a:ext cx="3443749" cy="7159597"/>
            <a:chOff x="1020699" y="2166862"/>
            <a:chExt cx="3443749" cy="7159597"/>
          </a:xfrm>
        </p:grpSpPr>
        <p:pic>
          <p:nvPicPr>
            <p:cNvPr id="5" name="Object 4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476397" y="-1188158"/>
              <a:ext cx="6887499" cy="14319195"/>
            </a:xfrm>
            <a:prstGeom prst="rect">
              <a:avLst/>
            </a:prstGeom>
          </p:spPr>
        </p:pic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1020699" y="2166862"/>
              <a:ext cx="3443749" cy="7159597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6053205" y="3940964"/>
            <a:ext cx="980583" cy="980583"/>
            <a:chOff x="6053205" y="3940964"/>
            <a:chExt cx="980583" cy="980583"/>
          </a:xfrm>
        </p:grpSpPr>
        <p:grpSp>
          <p:nvGrpSpPr>
            <p:cNvPr id="1003" name="그룹 1003"/>
            <p:cNvGrpSpPr/>
            <p:nvPr/>
          </p:nvGrpSpPr>
          <p:grpSpPr>
            <a:xfrm>
              <a:off x="6053205" y="3940964"/>
              <a:ext cx="980583" cy="980583"/>
              <a:chOff x="6053205" y="3940964"/>
              <a:chExt cx="980583" cy="980583"/>
            </a:xfrm>
          </p:grpSpPr>
          <p:pic>
            <p:nvPicPr>
              <p:cNvPr id="10" name="Object 9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5600249" y="3488008"/>
                <a:ext cx="1961166" cy="1961166"/>
              </a:xfrm>
              <a:prstGeom prst="rect">
                <a:avLst/>
              </a:prstGeom>
            </p:spPr>
          </p:pic>
          <p:pic>
            <p:nvPicPr>
              <p:cNvPr id="11" name="Object 10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6053205" y="3940964"/>
                <a:ext cx="980583" cy="980583"/>
              </a:xfrm>
              <a:prstGeom prst="rect">
                <a:avLst/>
              </a:prstGeom>
            </p:spPr>
          </p:pic>
        </p:grpSp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873691" y="3966869"/>
              <a:ext cx="1342258" cy="994173"/>
            </a:xfrm>
            <a:prstGeom prst="rect">
              <a:avLst/>
            </a:prstGeom>
          </p:spPr>
        </p:pic>
      </p:grpSp>
      <p:pic>
        <p:nvPicPr>
          <p:cNvPr id="15" name="Object 14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1801091" y="7124626"/>
            <a:ext cx="1351812" cy="994203"/>
          </a:xfrm>
          <a:prstGeom prst="rect">
            <a:avLst/>
          </a:prstGeom>
        </p:spPr>
      </p:pic>
      <p:pic>
        <p:nvPicPr>
          <p:cNvPr id="16" name="Object 15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7530868" y="4535059"/>
            <a:ext cx="3005498" cy="1359564"/>
          </a:xfrm>
          <a:prstGeom prst="rect">
            <a:avLst/>
          </a:prstGeom>
        </p:spPr>
      </p:pic>
      <p:pic>
        <p:nvPicPr>
          <p:cNvPr id="17" name="Object 16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7518318" y="3740884"/>
            <a:ext cx="1488867" cy="885734"/>
          </a:xfrm>
          <a:prstGeom prst="rect">
            <a:avLst/>
          </a:prstGeom>
        </p:spPr>
      </p:pic>
      <p:grpSp>
        <p:nvGrpSpPr>
          <p:cNvPr id="1004" name="그룹 1004"/>
          <p:cNvGrpSpPr/>
          <p:nvPr/>
        </p:nvGrpSpPr>
        <p:grpSpPr>
          <a:xfrm>
            <a:off x="11953640" y="3971894"/>
            <a:ext cx="980583" cy="980583"/>
            <a:chOff x="11953640" y="3971894"/>
            <a:chExt cx="980583" cy="980583"/>
          </a:xfrm>
        </p:grpSpPr>
        <p:grpSp>
          <p:nvGrpSpPr>
            <p:cNvPr id="1005" name="그룹 1005"/>
            <p:cNvGrpSpPr/>
            <p:nvPr/>
          </p:nvGrpSpPr>
          <p:grpSpPr>
            <a:xfrm>
              <a:off x="11953640" y="3971894"/>
              <a:ext cx="980583" cy="980583"/>
              <a:chOff x="11953640" y="3971894"/>
              <a:chExt cx="980583" cy="980583"/>
            </a:xfrm>
          </p:grpSpPr>
          <p:pic>
            <p:nvPicPr>
              <p:cNvPr id="20" name="Object 19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1500685" y="3518938"/>
                <a:ext cx="1961166" cy="1961166"/>
              </a:xfrm>
              <a:prstGeom prst="rect">
                <a:avLst/>
              </a:prstGeom>
            </p:spPr>
          </p:pic>
          <p:pic>
            <p:nvPicPr>
              <p:cNvPr id="21" name="Object 20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953640" y="3971894"/>
                <a:ext cx="980583" cy="980583"/>
              </a:xfrm>
              <a:prstGeom prst="rect">
                <a:avLst/>
              </a:prstGeom>
            </p:spPr>
          </p:pic>
        </p:grpSp>
        <p:pic>
          <p:nvPicPr>
            <p:cNvPr id="23" name="Object 22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1774138" y="4002947"/>
              <a:ext cx="1342258" cy="981696"/>
            </a:xfrm>
            <a:prstGeom prst="rect">
              <a:avLst/>
            </a:prstGeom>
          </p:spPr>
        </p:pic>
      </p:grpSp>
      <p:pic>
        <p:nvPicPr>
          <p:cNvPr id="25" name="Object 24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13431307" y="4565983"/>
            <a:ext cx="4057936" cy="1027298"/>
          </a:xfrm>
          <a:prstGeom prst="rect">
            <a:avLst/>
          </a:prstGeom>
        </p:spPr>
      </p:pic>
      <p:pic>
        <p:nvPicPr>
          <p:cNvPr id="26" name="Object 25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13409240" y="3771812"/>
            <a:ext cx="2125877" cy="885734"/>
          </a:xfrm>
          <a:prstGeom prst="rect">
            <a:avLst/>
          </a:prstGeom>
        </p:spPr>
      </p:pic>
      <p:grpSp>
        <p:nvGrpSpPr>
          <p:cNvPr id="1006" name="그룹 1006"/>
          <p:cNvGrpSpPr/>
          <p:nvPr/>
        </p:nvGrpSpPr>
        <p:grpSpPr>
          <a:xfrm>
            <a:off x="6053205" y="6677747"/>
            <a:ext cx="980583" cy="980583"/>
            <a:chOff x="6053205" y="6677747"/>
            <a:chExt cx="980583" cy="980583"/>
          </a:xfrm>
        </p:grpSpPr>
        <p:grpSp>
          <p:nvGrpSpPr>
            <p:cNvPr id="1007" name="그룹 1007"/>
            <p:cNvGrpSpPr/>
            <p:nvPr/>
          </p:nvGrpSpPr>
          <p:grpSpPr>
            <a:xfrm>
              <a:off x="6053205" y="6677747"/>
              <a:ext cx="980583" cy="980583"/>
              <a:chOff x="6053205" y="6677747"/>
              <a:chExt cx="980583" cy="980583"/>
            </a:xfrm>
          </p:grpSpPr>
          <p:pic>
            <p:nvPicPr>
              <p:cNvPr id="29" name="Object 28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5600249" y="6224791"/>
                <a:ext cx="1961166" cy="1961166"/>
              </a:xfrm>
              <a:prstGeom prst="rect">
                <a:avLst/>
              </a:prstGeom>
            </p:spPr>
          </p:pic>
          <p:pic>
            <p:nvPicPr>
              <p:cNvPr id="30" name="Object 29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6053205" y="6677747"/>
                <a:ext cx="980583" cy="980583"/>
              </a:xfrm>
              <a:prstGeom prst="rect">
                <a:avLst/>
              </a:prstGeom>
            </p:spPr>
          </p:pic>
        </p:grpSp>
        <p:pic>
          <p:nvPicPr>
            <p:cNvPr id="32" name="Object 31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5873681" y="6708805"/>
              <a:ext cx="1342286" cy="991220"/>
            </a:xfrm>
            <a:prstGeom prst="rect">
              <a:avLst/>
            </a:prstGeom>
          </p:spPr>
        </p:pic>
      </p:grpSp>
      <p:pic>
        <p:nvPicPr>
          <p:cNvPr id="34" name="Object 33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7530868" y="7271840"/>
            <a:ext cx="4084069" cy="2123564"/>
          </a:xfrm>
          <a:prstGeom prst="rect">
            <a:avLst/>
          </a:prstGeom>
        </p:spPr>
      </p:pic>
      <p:pic>
        <p:nvPicPr>
          <p:cNvPr id="35" name="Object 34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7518317" y="6477669"/>
            <a:ext cx="1488867" cy="885734"/>
          </a:xfrm>
          <a:prstGeom prst="rect">
            <a:avLst/>
          </a:prstGeom>
        </p:spPr>
      </p:pic>
      <p:grpSp>
        <p:nvGrpSpPr>
          <p:cNvPr id="1008" name="그룹 1008"/>
          <p:cNvGrpSpPr/>
          <p:nvPr/>
        </p:nvGrpSpPr>
        <p:grpSpPr>
          <a:xfrm>
            <a:off x="11953640" y="6677747"/>
            <a:ext cx="980583" cy="980583"/>
            <a:chOff x="11953640" y="6677747"/>
            <a:chExt cx="980583" cy="980583"/>
          </a:xfrm>
        </p:grpSpPr>
        <p:grpSp>
          <p:nvGrpSpPr>
            <p:cNvPr id="1009" name="그룹 1009"/>
            <p:cNvGrpSpPr/>
            <p:nvPr/>
          </p:nvGrpSpPr>
          <p:grpSpPr>
            <a:xfrm>
              <a:off x="11953640" y="6677747"/>
              <a:ext cx="980583" cy="980583"/>
              <a:chOff x="11953640" y="6677747"/>
              <a:chExt cx="980583" cy="980583"/>
            </a:xfrm>
          </p:grpSpPr>
          <p:pic>
            <p:nvPicPr>
              <p:cNvPr id="38" name="Object 37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1500685" y="6224791"/>
                <a:ext cx="1961166" cy="1961166"/>
              </a:xfrm>
              <a:prstGeom prst="rect">
                <a:avLst/>
              </a:prstGeom>
            </p:spPr>
          </p:pic>
          <p:pic>
            <p:nvPicPr>
              <p:cNvPr id="39" name="Object 38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1953640" y="6677747"/>
                <a:ext cx="980583" cy="980583"/>
              </a:xfrm>
              <a:prstGeom prst="rect">
                <a:avLst/>
              </a:prstGeom>
            </p:spPr>
          </p:pic>
        </p:grpSp>
        <p:pic>
          <p:nvPicPr>
            <p:cNvPr id="41" name="Object 40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11774138" y="6699281"/>
              <a:ext cx="1351782" cy="1000744"/>
            </a:xfrm>
            <a:prstGeom prst="rect">
              <a:avLst/>
            </a:prstGeom>
          </p:spPr>
        </p:pic>
      </p:grpSp>
      <p:pic>
        <p:nvPicPr>
          <p:cNvPr id="43" name="Object 42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13431421" y="7271840"/>
            <a:ext cx="2375231" cy="654822"/>
          </a:xfrm>
          <a:prstGeom prst="rect">
            <a:avLst/>
          </a:prstGeom>
        </p:spPr>
      </p:pic>
      <p:pic>
        <p:nvPicPr>
          <p:cNvPr id="44" name="Object 43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13418764" y="6477669"/>
            <a:ext cx="943143" cy="885734"/>
          </a:xfrm>
          <a:prstGeom prst="rect">
            <a:avLst/>
          </a:prstGeom>
        </p:spPr>
      </p:pic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1">
    <p:bg>
      <p:bgPr>
        <a:solidFill>
          <a:srgbClr val="FFE2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155833" y="-190476"/>
            <a:ext cx="5320358" cy="10738978"/>
            <a:chOff x="1155833" y="-190476"/>
            <a:chExt cx="5320358" cy="10738978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5833" y="-190476"/>
              <a:ext cx="5320358" cy="10738978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3088897" y="8896156"/>
            <a:ext cx="1454229" cy="522134"/>
            <a:chOff x="3088897" y="8896156"/>
            <a:chExt cx="1454229" cy="522134"/>
          </a:xfrm>
        </p:grpSpPr>
        <p:grpSp>
          <p:nvGrpSpPr>
            <p:cNvPr id="1003" name="그룹 1003"/>
            <p:cNvGrpSpPr/>
            <p:nvPr/>
          </p:nvGrpSpPr>
          <p:grpSpPr>
            <a:xfrm>
              <a:off x="3088897" y="8896156"/>
              <a:ext cx="797729" cy="443537"/>
              <a:chOff x="3088897" y="8896156"/>
              <a:chExt cx="797729" cy="443537"/>
            </a:xfrm>
          </p:grpSpPr>
          <p:pic>
            <p:nvPicPr>
              <p:cNvPr id="7" name="Object 6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088897" y="8896156"/>
                <a:ext cx="797729" cy="443537"/>
              </a:xfrm>
              <a:prstGeom prst="rect">
                <a:avLst/>
              </a:prstGeom>
            </p:spPr>
          </p:pic>
        </p:grpSp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35775" y="9107356"/>
              <a:ext cx="1301178" cy="47326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2692063" y="3680275"/>
            <a:ext cx="2247896" cy="60419"/>
            <a:chOff x="2692063" y="3680275"/>
            <a:chExt cx="2247896" cy="60419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92063" y="3680275"/>
              <a:ext cx="2247896" cy="60419"/>
            </a:xfrm>
            <a:prstGeom prst="rect">
              <a:avLst/>
            </a:prstGeom>
          </p:spPr>
        </p:pic>
      </p:grpSp>
      <p:pic>
        <p:nvPicPr>
          <p:cNvPr id="14" name="Object 13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01233" y="3753252"/>
            <a:ext cx="5639706" cy="1711706"/>
          </a:xfrm>
          <a:prstGeom prst="rect">
            <a:avLst/>
          </a:prstGeom>
        </p:spPr>
      </p:pic>
      <p:pic>
        <p:nvPicPr>
          <p:cNvPr id="15" name="Object 14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707348" y="306062"/>
            <a:ext cx="5262857" cy="4913524"/>
          </a:xfrm>
          <a:prstGeom prst="rect">
            <a:avLst/>
          </a:prstGeom>
        </p:spPr>
      </p:pic>
    </p:spTree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9067881" y="523343"/>
            <a:ext cx="5756928" cy="2063080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9083498" y="2332913"/>
            <a:ext cx="944323" cy="1051828"/>
          </a:xfrm>
          <a:prstGeom prst="rect">
            <a:avLst/>
          </a:prstGeom>
        </p:spPr>
      </p:pic>
      <p:pic>
        <p:nvPicPr>
          <p:cNvPr id="4" name="Object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9885104" y="2293641"/>
            <a:ext cx="4991672" cy="1042967"/>
          </a:xfrm>
          <a:prstGeom prst="rect">
            <a:avLst/>
          </a:prstGeom>
        </p:spPr>
      </p:pic>
      <p:pic>
        <p:nvPicPr>
          <p:cNvPr id="5" name="Object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9853813" y="4106732"/>
            <a:ext cx="8315094" cy="1107256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9046527" y="3326834"/>
            <a:ext cx="944323" cy="1051827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9848137" y="3291583"/>
            <a:ext cx="2874501" cy="1042967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9829717" y="6111888"/>
            <a:ext cx="6630514" cy="1105961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9022422" y="5331568"/>
            <a:ext cx="944323" cy="1051827"/>
          </a:xfrm>
          <a:prstGeom prst="rect">
            <a:avLst/>
          </a:prstGeom>
        </p:spPr>
      </p:pic>
      <p:pic>
        <p:nvPicPr>
          <p:cNvPr id="10" name="Object 9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9824027" y="5296317"/>
            <a:ext cx="2874501" cy="1042967"/>
          </a:xfrm>
          <a:prstGeom prst="rect">
            <a:avLst/>
          </a:prstGeom>
        </p:spPr>
      </p:pic>
      <p:pic>
        <p:nvPicPr>
          <p:cNvPr id="11" name="Object 10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9846098" y="8002336"/>
            <a:ext cx="6866495" cy="1105961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9038748" y="7222018"/>
            <a:ext cx="944323" cy="1051827"/>
          </a:xfrm>
          <a:prstGeom prst="rect">
            <a:avLst/>
          </a:prstGeom>
        </p:spPr>
      </p:pic>
      <p:pic>
        <p:nvPicPr>
          <p:cNvPr id="13" name="Object 12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9840352" y="7186765"/>
            <a:ext cx="6532320" cy="1042967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447200" y="1463191"/>
            <a:ext cx="3414271" cy="7587268"/>
            <a:chOff x="447200" y="1463191"/>
            <a:chExt cx="3414271" cy="7587268"/>
          </a:xfrm>
        </p:grpSpPr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-1037082" y="-2107589"/>
              <a:ext cx="6828541" cy="15174536"/>
            </a:xfrm>
            <a:prstGeom prst="rect">
              <a:avLst/>
            </a:prstGeom>
          </p:spPr>
        </p:pic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447200" y="1463191"/>
              <a:ext cx="3414271" cy="7587268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4367593" y="1414212"/>
            <a:ext cx="3525026" cy="7696666"/>
            <a:chOff x="4367593" y="1414212"/>
            <a:chExt cx="3525026" cy="7696666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2835163" y="-2204038"/>
              <a:ext cx="7050052" cy="15393332"/>
            </a:xfrm>
            <a:prstGeom prst="rect">
              <a:avLst/>
            </a:prstGeom>
          </p:spPr>
        </p:pic>
        <p:pic>
          <p:nvPicPr>
            <p:cNvPr id="20" name="Object 19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4367593" y="1414212"/>
              <a:ext cx="3525026" cy="769666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3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745432" y="50930"/>
            <a:ext cx="7091966" cy="2063080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912070" y="2539954"/>
            <a:ext cx="944323" cy="1051828"/>
          </a:xfrm>
          <a:prstGeom prst="rect">
            <a:avLst/>
          </a:prstGeom>
        </p:spPr>
      </p:pic>
      <p:pic>
        <p:nvPicPr>
          <p:cNvPr id="4" name="Object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713676" y="2500682"/>
            <a:ext cx="6410891" cy="1042967"/>
          </a:xfrm>
          <a:prstGeom prst="rect">
            <a:avLst/>
          </a:prstGeom>
        </p:spPr>
      </p:pic>
      <p:pic>
        <p:nvPicPr>
          <p:cNvPr id="5" name="Object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912068" y="3794408"/>
            <a:ext cx="944323" cy="1051827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713674" y="3551338"/>
            <a:ext cx="9418377" cy="1463015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912068" y="5061929"/>
            <a:ext cx="944323" cy="1051827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7704150" y="5026678"/>
            <a:ext cx="9437596" cy="1042967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6912068" y="6355540"/>
            <a:ext cx="944323" cy="1051827"/>
          </a:xfrm>
          <a:prstGeom prst="rect">
            <a:avLst/>
          </a:prstGeom>
        </p:spPr>
      </p:pic>
      <p:pic>
        <p:nvPicPr>
          <p:cNvPr id="10" name="Object 9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7713674" y="6112481"/>
            <a:ext cx="9586796" cy="1463015"/>
          </a:xfrm>
          <a:prstGeom prst="rect">
            <a:avLst/>
          </a:prstGeom>
        </p:spPr>
      </p:pic>
      <p:pic>
        <p:nvPicPr>
          <p:cNvPr id="11" name="Object 10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6944719" y="7730654"/>
            <a:ext cx="944323" cy="1051827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7729998" y="7474538"/>
            <a:ext cx="9615034" cy="1463015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956548" y="929066"/>
            <a:ext cx="3792412" cy="8427583"/>
            <a:chOff x="956548" y="929066"/>
            <a:chExt cx="3792412" cy="8427583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-692122" y="-3037190"/>
              <a:ext cx="7584825" cy="16855166"/>
            </a:xfrm>
            <a:prstGeom prst="rect">
              <a:avLst/>
            </a:prstGeom>
          </p:spPr>
        </p:pic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956548" y="929066"/>
              <a:ext cx="3792412" cy="842758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4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745435" y="41407"/>
            <a:ext cx="3582442" cy="2082128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54048" y="2636370"/>
            <a:ext cx="6534190" cy="689847"/>
          </a:xfrm>
          <a:prstGeom prst="rect">
            <a:avLst/>
          </a:prstGeom>
        </p:spPr>
      </p:pic>
      <p:pic>
        <p:nvPicPr>
          <p:cNvPr id="4" name="Object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846764" y="1860501"/>
            <a:ext cx="944323" cy="1051828"/>
          </a:xfrm>
          <a:prstGeom prst="rect">
            <a:avLst/>
          </a:prstGeom>
        </p:spPr>
      </p:pic>
      <p:pic>
        <p:nvPicPr>
          <p:cNvPr id="5" name="Object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648368" y="1821224"/>
            <a:ext cx="6513272" cy="1042967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6846764" y="3539444"/>
            <a:ext cx="944323" cy="1051827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7638844" y="3504203"/>
            <a:ext cx="7080282" cy="1042939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6846764" y="4806965"/>
            <a:ext cx="944323" cy="1051827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7648368" y="4563894"/>
            <a:ext cx="7488672" cy="1482063"/>
          </a:xfrm>
          <a:prstGeom prst="rect">
            <a:avLst/>
          </a:prstGeom>
        </p:spPr>
      </p:pic>
      <p:pic>
        <p:nvPicPr>
          <p:cNvPr id="10" name="Object 9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6846764" y="6100576"/>
            <a:ext cx="944323" cy="1051827"/>
          </a:xfrm>
          <a:prstGeom prst="rect">
            <a:avLst/>
          </a:prstGeom>
        </p:spPr>
      </p:pic>
      <p:pic>
        <p:nvPicPr>
          <p:cNvPr id="11" name="Object 10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7648368" y="6065327"/>
            <a:ext cx="8025005" cy="1042967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7654048" y="7977296"/>
            <a:ext cx="10341685" cy="1932551"/>
          </a:xfrm>
          <a:prstGeom prst="rect">
            <a:avLst/>
          </a:prstGeom>
        </p:spPr>
      </p:pic>
      <p:pic>
        <p:nvPicPr>
          <p:cNvPr id="13" name="Object 12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846764" y="7197402"/>
            <a:ext cx="944323" cy="1051827"/>
          </a:xfrm>
          <a:prstGeom prst="rect">
            <a:avLst/>
          </a:prstGeom>
        </p:spPr>
      </p:pic>
      <p:pic>
        <p:nvPicPr>
          <p:cNvPr id="14" name="Object 13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7648368" y="7162152"/>
            <a:ext cx="8364977" cy="1090586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1075918" y="941799"/>
            <a:ext cx="3829175" cy="8509278"/>
            <a:chOff x="1075918" y="941799"/>
            <a:chExt cx="3829175" cy="8509278"/>
          </a:xfrm>
        </p:grpSpPr>
        <p:pic>
          <p:nvPicPr>
            <p:cNvPr id="16" name="Object 15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-588734" y="-3062904"/>
              <a:ext cx="7658350" cy="17018556"/>
            </a:xfrm>
            <a:prstGeom prst="rect">
              <a:avLst/>
            </a:prstGeom>
          </p:spPr>
        </p:pic>
        <p:pic>
          <p:nvPicPr>
            <p:cNvPr id="17" name="Object 16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75918" y="941799"/>
              <a:ext cx="3829175" cy="8509278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784607" y="1226441"/>
            <a:ext cx="3534823" cy="2063080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911787" y="3254075"/>
            <a:ext cx="944323" cy="1051828"/>
          </a:xfrm>
          <a:prstGeom prst="rect">
            <a:avLst/>
          </a:prstGeom>
        </p:spPr>
      </p:pic>
      <p:pic>
        <p:nvPicPr>
          <p:cNvPr id="4" name="Object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681081" y="3181701"/>
            <a:ext cx="8944844" cy="1482063"/>
          </a:xfrm>
          <a:prstGeom prst="rect">
            <a:avLst/>
          </a:prstGeom>
        </p:spPr>
      </p:pic>
      <p:pic>
        <p:nvPicPr>
          <p:cNvPr id="5" name="Object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911787" y="4933019"/>
            <a:ext cx="944323" cy="1051827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662033" y="4897769"/>
            <a:ext cx="8798586" cy="1042967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911787" y="6200540"/>
            <a:ext cx="944323" cy="1051827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7681079" y="5957475"/>
            <a:ext cx="7785215" cy="1463015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6911787" y="7494151"/>
            <a:ext cx="944323" cy="1051827"/>
          </a:xfrm>
          <a:prstGeom prst="rect">
            <a:avLst/>
          </a:prstGeom>
        </p:spPr>
      </p:pic>
      <p:pic>
        <p:nvPicPr>
          <p:cNvPr id="10" name="Object 9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7662033" y="7458903"/>
            <a:ext cx="7664291" cy="1042967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956548" y="929066"/>
            <a:ext cx="3792412" cy="8427583"/>
            <a:chOff x="956548" y="929066"/>
            <a:chExt cx="3792412" cy="8427583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-692122" y="-3037190"/>
              <a:ext cx="7584825" cy="16855166"/>
            </a:xfrm>
            <a:prstGeom prst="rect">
              <a:avLst/>
            </a:prstGeom>
          </p:spPr>
        </p:pic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956548" y="929066"/>
              <a:ext cx="3792412" cy="8427583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6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03651" y="1226442"/>
            <a:ext cx="3534823" cy="2063080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911787" y="3335724"/>
            <a:ext cx="944323" cy="1051828"/>
          </a:xfrm>
          <a:prstGeom prst="rect">
            <a:avLst/>
          </a:prstGeom>
        </p:spPr>
      </p:pic>
      <p:pic>
        <p:nvPicPr>
          <p:cNvPr id="4" name="Object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681084" y="3302445"/>
            <a:ext cx="9871891" cy="1023920"/>
          </a:xfrm>
          <a:prstGeom prst="rect">
            <a:avLst/>
          </a:prstGeom>
        </p:spPr>
      </p:pic>
      <p:pic>
        <p:nvPicPr>
          <p:cNvPr id="5" name="Object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911787" y="4933019"/>
            <a:ext cx="944323" cy="1051827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681084" y="4897771"/>
            <a:ext cx="8110215" cy="1042967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895461" y="6429111"/>
            <a:ext cx="944323" cy="1051827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7645703" y="6195580"/>
            <a:ext cx="10709358" cy="1443967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6911784" y="7951294"/>
            <a:ext cx="944323" cy="1051827"/>
          </a:xfrm>
          <a:prstGeom prst="rect">
            <a:avLst/>
          </a:prstGeom>
        </p:spPr>
      </p:pic>
      <p:pic>
        <p:nvPicPr>
          <p:cNvPr id="10" name="Object 9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7662030" y="7916046"/>
            <a:ext cx="7664291" cy="1042967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1202018" y="930818"/>
            <a:ext cx="3805529" cy="8456731"/>
            <a:chOff x="1202018" y="930818"/>
            <a:chExt cx="3805529" cy="8456731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11" cstate="print"/>
            <a:stretch>
              <a:fillRect/>
            </a:stretch>
          </p:blipFill>
          <p:spPr>
            <a:xfrm>
              <a:off x="-452354" y="-3049155"/>
              <a:ext cx="7611058" cy="16913462"/>
            </a:xfrm>
            <a:prstGeom prst="rect">
              <a:avLst/>
            </a:prstGeom>
          </p:spPr>
        </p:pic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12" cstate="print"/>
            <a:stretch>
              <a:fillRect/>
            </a:stretch>
          </p:blipFill>
          <p:spPr>
            <a:xfrm>
              <a:off x="1202018" y="930818"/>
              <a:ext cx="3805529" cy="8456731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6803651" y="1216918"/>
            <a:ext cx="2133290" cy="2082128"/>
          </a:xfrm>
          <a:prstGeom prst="rect">
            <a:avLst/>
          </a:prstGeom>
        </p:spPr>
      </p:pic>
      <p:pic>
        <p:nvPicPr>
          <p:cNvPr id="3" name="Object 2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6911787" y="3335724"/>
            <a:ext cx="944323" cy="1051828"/>
          </a:xfrm>
          <a:prstGeom prst="rect">
            <a:avLst/>
          </a:prstGeom>
        </p:spPr>
      </p:pic>
      <p:pic>
        <p:nvPicPr>
          <p:cNvPr id="4" name="Object 3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681084" y="3292922"/>
            <a:ext cx="4434196" cy="1023920"/>
          </a:xfrm>
          <a:prstGeom prst="rect">
            <a:avLst/>
          </a:prstGeom>
        </p:spPr>
      </p:pic>
      <p:pic>
        <p:nvPicPr>
          <p:cNvPr id="5" name="Object 4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6911787" y="4933019"/>
            <a:ext cx="944323" cy="1051827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681084" y="4699479"/>
            <a:ext cx="9512986" cy="1434444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1011550" y="932478"/>
            <a:ext cx="3772463" cy="8373425"/>
            <a:chOff x="1011550" y="932478"/>
            <a:chExt cx="3772463" cy="8373425"/>
          </a:xfrm>
        </p:grpSpPr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-628448" y="-3008001"/>
              <a:ext cx="7544927" cy="16746850"/>
            </a:xfrm>
            <a:prstGeom prst="rect">
              <a:avLst/>
            </a:prstGeom>
          </p:spPr>
        </p:pic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011550" y="932478"/>
              <a:ext cx="3772463" cy="8373425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8">
    <p:bg>
      <p:bgPr>
        <a:solidFill>
          <a:srgbClr val="FFE2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155833" y="-190476"/>
            <a:ext cx="5320358" cy="10738978"/>
            <a:chOff x="1155833" y="-190476"/>
            <a:chExt cx="5320358" cy="10738978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5833" y="-190476"/>
              <a:ext cx="5320358" cy="10738978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3088897" y="8896156"/>
            <a:ext cx="1454229" cy="522134"/>
            <a:chOff x="3088897" y="8896156"/>
            <a:chExt cx="1454229" cy="522134"/>
          </a:xfrm>
        </p:grpSpPr>
        <p:grpSp>
          <p:nvGrpSpPr>
            <p:cNvPr id="1003" name="그룹 1003"/>
            <p:cNvGrpSpPr/>
            <p:nvPr/>
          </p:nvGrpSpPr>
          <p:grpSpPr>
            <a:xfrm>
              <a:off x="3088897" y="8896156"/>
              <a:ext cx="797729" cy="443537"/>
              <a:chOff x="3088897" y="8896156"/>
              <a:chExt cx="797729" cy="443537"/>
            </a:xfrm>
          </p:grpSpPr>
          <p:pic>
            <p:nvPicPr>
              <p:cNvPr id="7" name="Object 6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088897" y="8896156"/>
                <a:ext cx="797729" cy="443537"/>
              </a:xfrm>
              <a:prstGeom prst="rect">
                <a:avLst/>
              </a:prstGeom>
            </p:spPr>
          </p:pic>
        </p:grpSp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35775" y="9107356"/>
              <a:ext cx="1301178" cy="47326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2692063" y="3680275"/>
            <a:ext cx="2247896" cy="60419"/>
            <a:chOff x="2692063" y="3680275"/>
            <a:chExt cx="2247896" cy="60419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92063" y="3680275"/>
              <a:ext cx="2247896" cy="60419"/>
            </a:xfrm>
            <a:prstGeom prst="rect">
              <a:avLst/>
            </a:prstGeom>
          </p:spPr>
        </p:pic>
      </p:grpSp>
      <p:pic>
        <p:nvPicPr>
          <p:cNvPr id="14" name="Object 13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10757" y="3753252"/>
            <a:ext cx="5639706" cy="1711706"/>
          </a:xfrm>
          <a:prstGeom prst="rect">
            <a:avLst/>
          </a:prstGeom>
        </p:spPr>
      </p:pic>
      <p:pic>
        <p:nvPicPr>
          <p:cNvPr id="15" name="Object 14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689290" y="306062"/>
            <a:ext cx="5240838" cy="4913524"/>
          </a:xfrm>
          <a:prstGeom prst="rect">
            <a:avLst/>
          </a:prstGeom>
        </p:spPr>
      </p:pic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19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0">
    <p:bg>
      <p:bgPr>
        <a:solidFill>
          <a:srgbClr val="FFE2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155833" y="-190476"/>
            <a:ext cx="5320358" cy="10738978"/>
            <a:chOff x="1155833" y="-190476"/>
            <a:chExt cx="5320358" cy="10738978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5833" y="-190476"/>
              <a:ext cx="5320358" cy="10738978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3088897" y="8896156"/>
            <a:ext cx="1454229" cy="522134"/>
            <a:chOff x="3088897" y="8896156"/>
            <a:chExt cx="1454229" cy="522134"/>
          </a:xfrm>
        </p:grpSpPr>
        <p:grpSp>
          <p:nvGrpSpPr>
            <p:cNvPr id="1003" name="그룹 1003"/>
            <p:cNvGrpSpPr/>
            <p:nvPr/>
          </p:nvGrpSpPr>
          <p:grpSpPr>
            <a:xfrm>
              <a:off x="3088897" y="8896156"/>
              <a:ext cx="797729" cy="443537"/>
              <a:chOff x="3088897" y="8896156"/>
              <a:chExt cx="797729" cy="443537"/>
            </a:xfrm>
          </p:grpSpPr>
          <p:pic>
            <p:nvPicPr>
              <p:cNvPr id="7" name="Object 6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088897" y="8896156"/>
                <a:ext cx="797729" cy="443537"/>
              </a:xfrm>
              <a:prstGeom prst="rect">
                <a:avLst/>
              </a:prstGeom>
            </p:spPr>
          </p:pic>
        </p:grpSp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35775" y="9107356"/>
              <a:ext cx="1301178" cy="47326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2692063" y="3680275"/>
            <a:ext cx="2247896" cy="60419"/>
            <a:chOff x="2692063" y="3680275"/>
            <a:chExt cx="2247896" cy="60419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92063" y="3680275"/>
              <a:ext cx="2247896" cy="60419"/>
            </a:xfrm>
            <a:prstGeom prst="rect">
              <a:avLst/>
            </a:prstGeom>
          </p:spPr>
        </p:pic>
      </p:grpSp>
      <p:pic>
        <p:nvPicPr>
          <p:cNvPr id="14" name="Object 13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59566" y="3753252"/>
            <a:ext cx="5543058" cy="1711706"/>
          </a:xfrm>
          <a:prstGeom prst="rect">
            <a:avLst/>
          </a:prstGeom>
        </p:spPr>
      </p:pic>
      <p:pic>
        <p:nvPicPr>
          <p:cNvPr id="15" name="Object 14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689290" y="306062"/>
            <a:ext cx="5278933" cy="4913524"/>
          </a:xfrm>
          <a:prstGeom prst="rect">
            <a:avLst/>
          </a:prstGeom>
        </p:spPr>
      </p:pic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1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1819068" y="2400020"/>
            <a:ext cx="10359123" cy="5559083"/>
            <a:chOff x="-1819068" y="2400020"/>
            <a:chExt cx="10359123" cy="555908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-5400000">
              <a:off x="-1819068" y="2400020"/>
              <a:ext cx="10359123" cy="5559083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-521716" y="4500852"/>
            <a:ext cx="7077316" cy="1712316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7531867" y="2130728"/>
            <a:ext cx="9389075" cy="5909973"/>
            <a:chOff x="7531867" y="2130728"/>
            <a:chExt cx="9389075" cy="5909973"/>
          </a:xfrm>
        </p:grpSpPr>
        <p:grpSp>
          <p:nvGrpSpPr>
            <p:cNvPr id="1003" name="그룹 1003"/>
            <p:cNvGrpSpPr/>
            <p:nvPr/>
          </p:nvGrpSpPr>
          <p:grpSpPr>
            <a:xfrm>
              <a:off x="9886927" y="4779642"/>
              <a:ext cx="1127095" cy="66889"/>
              <a:chOff x="9886927" y="4779642"/>
              <a:chExt cx="1127095" cy="66889"/>
            </a:xfrm>
          </p:grpSpPr>
          <p:pic>
            <p:nvPicPr>
              <p:cNvPr id="8" name="Object 7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9886927" y="4779642"/>
                <a:ext cx="1127095" cy="66889"/>
              </a:xfrm>
              <a:prstGeom prst="rect">
                <a:avLst/>
              </a:prstGeom>
            </p:spPr>
          </p:pic>
        </p:grpSp>
        <p:grpSp>
          <p:nvGrpSpPr>
            <p:cNvPr id="1004" name="그룹 1004"/>
            <p:cNvGrpSpPr/>
            <p:nvPr/>
          </p:nvGrpSpPr>
          <p:grpSpPr>
            <a:xfrm>
              <a:off x="7531868" y="4436225"/>
              <a:ext cx="2355059" cy="686834"/>
              <a:chOff x="7531868" y="4436225"/>
              <a:chExt cx="2355059" cy="686834"/>
            </a:xfrm>
          </p:grpSpPr>
          <p:pic>
            <p:nvPicPr>
              <p:cNvPr id="11" name="Object 10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7531868" y="4436225"/>
                <a:ext cx="2355059" cy="686834"/>
              </a:xfrm>
              <a:prstGeom prst="rect">
                <a:avLst/>
              </a:prstGeom>
            </p:spPr>
          </p:pic>
        </p:grpSp>
        <p:grpSp>
          <p:nvGrpSpPr>
            <p:cNvPr id="1005" name="그룹 1005"/>
            <p:cNvGrpSpPr/>
            <p:nvPr/>
          </p:nvGrpSpPr>
          <p:grpSpPr>
            <a:xfrm>
              <a:off x="11420499" y="6674191"/>
              <a:ext cx="1790568" cy="926759"/>
              <a:chOff x="11420499" y="6674191"/>
              <a:chExt cx="1790568" cy="926759"/>
            </a:xfrm>
          </p:grpSpPr>
          <p:pic>
            <p:nvPicPr>
              <p:cNvPr id="14" name="Object 13"/>
              <p:cNvPicPr>
                <a:picLocks noChangeAspect="1"/>
              </p:cNvPicPr>
              <p:nvPr/>
            </p:nvPicPr>
            <p:blipFill>
              <a:blip r:embed="rId6" cstate="print"/>
              <a:stretch>
                <a:fillRect/>
              </a:stretch>
            </p:blipFill>
            <p:spPr>
              <a:xfrm>
                <a:off x="11420499" y="6674191"/>
                <a:ext cx="1790568" cy="926759"/>
              </a:xfrm>
              <a:prstGeom prst="rect">
                <a:avLst/>
              </a:prstGeom>
            </p:spPr>
          </p:pic>
        </p:grpSp>
        <p:grpSp>
          <p:nvGrpSpPr>
            <p:cNvPr id="1006" name="그룹 1006"/>
            <p:cNvGrpSpPr/>
            <p:nvPr/>
          </p:nvGrpSpPr>
          <p:grpSpPr>
            <a:xfrm>
              <a:off x="14311418" y="4310212"/>
              <a:ext cx="2602854" cy="938859"/>
              <a:chOff x="14311418" y="4310212"/>
              <a:chExt cx="2602854" cy="938859"/>
            </a:xfrm>
          </p:grpSpPr>
          <p:pic>
            <p:nvPicPr>
              <p:cNvPr id="17" name="Object 16"/>
              <p:cNvPicPr>
                <a:picLocks noChangeAspect="1"/>
              </p:cNvPicPr>
              <p:nvPr/>
            </p:nvPicPr>
            <p:blipFill>
              <a:blip r:embed="rId7" cstate="print"/>
              <a:stretch>
                <a:fillRect/>
              </a:stretch>
            </p:blipFill>
            <p:spPr>
              <a:xfrm>
                <a:off x="14311418" y="4310212"/>
                <a:ext cx="2602854" cy="938859"/>
              </a:xfrm>
              <a:prstGeom prst="rect">
                <a:avLst/>
              </a:prstGeom>
            </p:spPr>
          </p:pic>
        </p:grpSp>
        <p:grpSp>
          <p:nvGrpSpPr>
            <p:cNvPr id="1007" name="그룹 1007"/>
            <p:cNvGrpSpPr/>
            <p:nvPr/>
          </p:nvGrpSpPr>
          <p:grpSpPr>
            <a:xfrm>
              <a:off x="11166874" y="4281301"/>
              <a:ext cx="1900288" cy="996682"/>
              <a:chOff x="11166874" y="4281301"/>
              <a:chExt cx="1900288" cy="996682"/>
            </a:xfrm>
          </p:grpSpPr>
          <p:pic>
            <p:nvPicPr>
              <p:cNvPr id="20" name="Object 19"/>
              <p:cNvPicPr>
                <a:picLocks noChangeAspect="1"/>
              </p:cNvPicPr>
              <p:nvPr/>
            </p:nvPicPr>
            <p:blipFill>
              <a:blip r:embed="rId8" cstate="print"/>
              <a:stretch>
                <a:fillRect/>
              </a:stretch>
            </p:blipFill>
            <p:spPr>
              <a:xfrm>
                <a:off x="11166874" y="4281301"/>
                <a:ext cx="1900288" cy="996682"/>
              </a:xfrm>
              <a:prstGeom prst="rect">
                <a:avLst/>
              </a:prstGeom>
            </p:spPr>
          </p:pic>
        </p:grpSp>
        <p:grpSp>
          <p:nvGrpSpPr>
            <p:cNvPr id="1008" name="그룹 1008"/>
            <p:cNvGrpSpPr/>
            <p:nvPr/>
          </p:nvGrpSpPr>
          <p:grpSpPr>
            <a:xfrm>
              <a:off x="14718817" y="6870623"/>
              <a:ext cx="2157156" cy="533896"/>
              <a:chOff x="14718817" y="6870623"/>
              <a:chExt cx="2157156" cy="533896"/>
            </a:xfrm>
          </p:grpSpPr>
          <p:pic>
            <p:nvPicPr>
              <p:cNvPr id="23" name="Object 22"/>
              <p:cNvPicPr>
                <a:picLocks noChangeAspect="1"/>
              </p:cNvPicPr>
              <p:nvPr/>
            </p:nvPicPr>
            <p:blipFill>
              <a:blip r:embed="rId9" cstate="print"/>
              <a:stretch>
                <a:fillRect/>
              </a:stretch>
            </p:blipFill>
            <p:spPr>
              <a:xfrm>
                <a:off x="14718817" y="6870623"/>
                <a:ext cx="2157156" cy="533896"/>
              </a:xfrm>
              <a:prstGeom prst="rect">
                <a:avLst/>
              </a:prstGeom>
            </p:spPr>
          </p:pic>
        </p:grpSp>
        <p:grpSp>
          <p:nvGrpSpPr>
            <p:cNvPr id="1009" name="그룹 1009"/>
            <p:cNvGrpSpPr/>
            <p:nvPr/>
          </p:nvGrpSpPr>
          <p:grpSpPr>
            <a:xfrm>
              <a:off x="7989845" y="2130728"/>
              <a:ext cx="995045" cy="995045"/>
              <a:chOff x="7989845" y="2130728"/>
              <a:chExt cx="995045" cy="995045"/>
            </a:xfrm>
          </p:grpSpPr>
          <p:pic>
            <p:nvPicPr>
              <p:cNvPr id="26" name="Object 25"/>
              <p:cNvPicPr>
                <a:picLocks noChangeAspect="1"/>
              </p:cNvPicPr>
              <p:nvPr/>
            </p:nvPicPr>
            <p:blipFill>
              <a:blip r:embed="rId10" cstate="print"/>
              <a:stretch>
                <a:fillRect/>
              </a:stretch>
            </p:blipFill>
            <p:spPr>
              <a:xfrm>
                <a:off x="7989845" y="2130728"/>
                <a:ext cx="995045" cy="995045"/>
              </a:xfrm>
              <a:prstGeom prst="rect">
                <a:avLst/>
              </a:prstGeom>
            </p:spPr>
          </p:pic>
        </p:grpSp>
        <p:grpSp>
          <p:nvGrpSpPr>
            <p:cNvPr id="1010" name="그룹 1010"/>
            <p:cNvGrpSpPr/>
            <p:nvPr/>
          </p:nvGrpSpPr>
          <p:grpSpPr>
            <a:xfrm>
              <a:off x="13354444" y="4739117"/>
              <a:ext cx="1127095" cy="66889"/>
              <a:chOff x="13354444" y="4739117"/>
              <a:chExt cx="1127095" cy="66889"/>
            </a:xfrm>
          </p:grpSpPr>
          <p:pic>
            <p:nvPicPr>
              <p:cNvPr id="29" name="Object 28"/>
              <p:cNvPicPr>
                <a:picLocks noChangeAspect="1"/>
              </p:cNvPicPr>
              <p:nvPr/>
            </p:nvPicPr>
            <p:blipFill>
              <a:blip r:embed="rId4" cstate="print"/>
              <a:stretch>
                <a:fillRect/>
              </a:stretch>
            </p:blipFill>
            <p:spPr>
              <a:xfrm>
                <a:off x="13354444" y="4739117"/>
                <a:ext cx="1127095" cy="66889"/>
              </a:xfrm>
              <a:prstGeom prst="rect">
                <a:avLst/>
              </a:prstGeom>
            </p:spPr>
          </p:pic>
        </p:grpSp>
        <p:grpSp>
          <p:nvGrpSpPr>
            <p:cNvPr id="1011" name="그룹 1011"/>
            <p:cNvGrpSpPr/>
            <p:nvPr/>
          </p:nvGrpSpPr>
          <p:grpSpPr>
            <a:xfrm>
              <a:off x="15428473" y="6011263"/>
              <a:ext cx="804732" cy="66889"/>
              <a:chOff x="15428473" y="6011263"/>
              <a:chExt cx="804732" cy="66889"/>
            </a:xfrm>
          </p:grpSpPr>
          <p:pic>
            <p:nvPicPr>
              <p:cNvPr id="32" name="Object 31"/>
              <p:cNvPicPr>
                <a:picLocks noChangeAspect="1"/>
              </p:cNvPicPr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 rot="5400000">
                <a:off x="15428473" y="6011263"/>
                <a:ext cx="804732" cy="66889"/>
              </a:xfrm>
              <a:prstGeom prst="rect">
                <a:avLst/>
              </a:prstGeom>
            </p:spPr>
          </p:pic>
        </p:grpSp>
        <p:grpSp>
          <p:nvGrpSpPr>
            <p:cNvPr id="1012" name="그룹 1012"/>
            <p:cNvGrpSpPr/>
            <p:nvPr/>
          </p:nvGrpSpPr>
          <p:grpSpPr>
            <a:xfrm>
              <a:off x="11946862" y="6011263"/>
              <a:ext cx="804732" cy="66889"/>
              <a:chOff x="11946862" y="6011263"/>
              <a:chExt cx="804732" cy="66889"/>
            </a:xfrm>
          </p:grpSpPr>
          <p:pic>
            <p:nvPicPr>
              <p:cNvPr id="35" name="Object 34"/>
              <p:cNvPicPr>
                <a:picLocks noChangeAspect="1"/>
              </p:cNvPicPr>
              <p:nvPr/>
            </p:nvPicPr>
            <p:blipFill>
              <a:blip r:embed="rId11" cstate="print"/>
              <a:stretch>
                <a:fillRect/>
              </a:stretch>
            </p:blipFill>
            <p:spPr>
              <a:xfrm rot="5400000">
                <a:off x="11946862" y="6011263"/>
                <a:ext cx="804732" cy="66889"/>
              </a:xfrm>
              <a:prstGeom prst="rect">
                <a:avLst/>
              </a:prstGeom>
            </p:spPr>
          </p:pic>
        </p:grpSp>
        <p:grpSp>
          <p:nvGrpSpPr>
            <p:cNvPr id="1013" name="그룹 1013"/>
            <p:cNvGrpSpPr/>
            <p:nvPr/>
          </p:nvGrpSpPr>
          <p:grpSpPr>
            <a:xfrm>
              <a:off x="8273625" y="4016398"/>
              <a:ext cx="520739" cy="66889"/>
              <a:chOff x="8273625" y="4016398"/>
              <a:chExt cx="520739" cy="66889"/>
            </a:xfrm>
          </p:grpSpPr>
          <p:pic>
            <p:nvPicPr>
              <p:cNvPr id="38" name="Object 37"/>
              <p:cNvPicPr>
                <a:picLocks noChangeAspect="1"/>
              </p:cNvPicPr>
              <p:nvPr/>
            </p:nvPicPr>
            <p:blipFill>
              <a:blip r:embed="rId12" cstate="print"/>
              <a:stretch>
                <a:fillRect/>
              </a:stretch>
            </p:blipFill>
            <p:spPr>
              <a:xfrm rot="5400000">
                <a:off x="8273625" y="4016398"/>
                <a:ext cx="520739" cy="66889"/>
              </a:xfrm>
              <a:prstGeom prst="rect">
                <a:avLst/>
              </a:prstGeom>
            </p:spPr>
          </p:pic>
        </p:grpSp>
        <p:pic>
          <p:nvPicPr>
            <p:cNvPr id="40" name="Object 39"/>
            <p:cNvPicPr>
              <a:picLocks noChangeAspect="1"/>
            </p:cNvPicPr>
            <p:nvPr/>
          </p:nvPicPr>
          <p:blipFill>
            <a:blip r:embed="rId13" cstate="print"/>
            <a:stretch>
              <a:fillRect/>
            </a:stretch>
          </p:blipFill>
          <p:spPr>
            <a:xfrm>
              <a:off x="14190631" y="5034122"/>
              <a:ext cx="2774749" cy="605225"/>
            </a:xfrm>
            <a:prstGeom prst="rect">
              <a:avLst/>
            </a:prstGeom>
          </p:spPr>
        </p:pic>
        <p:pic>
          <p:nvPicPr>
            <p:cNvPr id="41" name="Object 40"/>
            <p:cNvPicPr>
              <a:picLocks noChangeAspect="1"/>
            </p:cNvPicPr>
            <p:nvPr/>
          </p:nvPicPr>
          <p:blipFill>
            <a:blip r:embed="rId14" cstate="print"/>
            <a:stretch>
              <a:fillRect/>
            </a:stretch>
          </p:blipFill>
          <p:spPr>
            <a:xfrm>
              <a:off x="14498628" y="7340642"/>
              <a:ext cx="2592139" cy="605225"/>
            </a:xfrm>
            <a:prstGeom prst="rect">
              <a:avLst/>
            </a:prstGeom>
          </p:spPr>
        </p:pic>
        <p:pic>
          <p:nvPicPr>
            <p:cNvPr id="42" name="Object 41"/>
            <p:cNvPicPr>
              <a:picLocks noChangeAspect="1"/>
            </p:cNvPicPr>
            <p:nvPr/>
          </p:nvPicPr>
          <p:blipFill>
            <a:blip r:embed="rId15" cstate="print"/>
            <a:stretch>
              <a:fillRect/>
            </a:stretch>
          </p:blipFill>
          <p:spPr>
            <a:xfrm>
              <a:off x="10906358" y="7633812"/>
              <a:ext cx="2661310" cy="605225"/>
            </a:xfrm>
            <a:prstGeom prst="rect">
              <a:avLst/>
            </a:prstGeom>
          </p:spPr>
        </p:pic>
        <p:pic>
          <p:nvPicPr>
            <p:cNvPr id="43" name="Object 42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0478065" y="5048885"/>
              <a:ext cx="2988710" cy="605225"/>
            </a:xfrm>
            <a:prstGeom prst="rect">
              <a:avLst/>
            </a:prstGeom>
          </p:spPr>
        </p:pic>
        <p:pic>
          <p:nvPicPr>
            <p:cNvPr id="44" name="Object 43"/>
            <p:cNvPicPr>
              <a:picLocks noChangeAspect="1"/>
            </p:cNvPicPr>
            <p:nvPr/>
          </p:nvPicPr>
          <p:blipFill>
            <a:blip r:embed="rId17" cstate="print"/>
            <a:stretch>
              <a:fillRect/>
            </a:stretch>
          </p:blipFill>
          <p:spPr>
            <a:xfrm>
              <a:off x="7424158" y="5009338"/>
              <a:ext cx="2322710" cy="605225"/>
            </a:xfrm>
            <a:prstGeom prst="rect">
              <a:avLst/>
            </a:prstGeom>
          </p:spPr>
        </p:pic>
        <p:pic>
          <p:nvPicPr>
            <p:cNvPr id="45" name="Object 44"/>
            <p:cNvPicPr>
              <a:picLocks noChangeAspect="1"/>
            </p:cNvPicPr>
            <p:nvPr/>
          </p:nvPicPr>
          <p:blipFill>
            <a:blip r:embed="rId18" cstate="print"/>
            <a:stretch>
              <a:fillRect/>
            </a:stretch>
          </p:blipFill>
          <p:spPr>
            <a:xfrm>
              <a:off x="6774252" y="3068442"/>
              <a:ext cx="2911730" cy="633796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2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1819068" y="2400020"/>
            <a:ext cx="10359123" cy="5559083"/>
            <a:chOff x="-1819068" y="2400020"/>
            <a:chExt cx="10359123" cy="555908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-5400000">
              <a:off x="-1819068" y="2400020"/>
              <a:ext cx="10359123" cy="5559083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637374" y="3984031"/>
            <a:ext cx="10475485" cy="1134533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7014739" y="3207728"/>
            <a:ext cx="944323" cy="1051828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558010" y="3158928"/>
            <a:ext cx="4824758" cy="1119158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637374" y="6097298"/>
            <a:ext cx="9084904" cy="1105961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7014739" y="5320995"/>
            <a:ext cx="944323" cy="1051828"/>
          </a:xfrm>
          <a:prstGeom prst="rect">
            <a:avLst/>
          </a:prstGeom>
        </p:spPr>
      </p:pic>
      <p:pic>
        <p:nvPicPr>
          <p:cNvPr id="10" name="Object 9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7631648" y="5281708"/>
            <a:ext cx="1815824" cy="1042967"/>
          </a:xfrm>
          <a:prstGeom prst="rect">
            <a:avLst/>
          </a:prstGeom>
        </p:spPr>
      </p:pic>
      <p:pic>
        <p:nvPicPr>
          <p:cNvPr id="11" name="Object 10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925699" y="3069327"/>
            <a:ext cx="4562385" cy="1616852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845508" y="5262703"/>
            <a:ext cx="4834053" cy="4786164"/>
            <a:chOff x="845508" y="5262703"/>
            <a:chExt cx="4834053" cy="4786164"/>
          </a:xfrm>
        </p:grpSpPr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10" cstate="print"/>
            <a:stretch>
              <a:fillRect/>
            </a:stretch>
          </p:blipFill>
          <p:spPr>
            <a:xfrm>
              <a:off x="845508" y="5262703"/>
              <a:ext cx="4834053" cy="4786164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5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-1819068" y="2400020"/>
            <a:ext cx="10359123" cy="5559083"/>
            <a:chOff x="-1819068" y="2400020"/>
            <a:chExt cx="10359123" cy="5559083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 rot="-5400000">
              <a:off x="-1819068" y="2400020"/>
              <a:ext cx="10359123" cy="5559083"/>
            </a:xfrm>
            <a:prstGeom prst="rect">
              <a:avLst/>
            </a:prstGeom>
          </p:spPr>
        </p:pic>
      </p:grpSp>
      <p:pic>
        <p:nvPicPr>
          <p:cNvPr id="5" name="Object 4"/>
          <p:cNvPicPr>
            <a:picLocks noChangeAspect="1"/>
          </p:cNvPicPr>
          <p:nvPr/>
        </p:nvPicPr>
        <p:blipFill>
          <a:blip r:embed="rId3" cstate="print"/>
          <a:stretch>
            <a:fillRect/>
          </a:stretch>
        </p:blipFill>
        <p:spPr>
          <a:xfrm>
            <a:off x="7572022" y="1248688"/>
            <a:ext cx="9604256" cy="1116780"/>
          </a:xfrm>
          <a:prstGeom prst="rect">
            <a:avLst/>
          </a:prstGeom>
        </p:spPr>
      </p:pic>
      <p:pic>
        <p:nvPicPr>
          <p:cNvPr id="6" name="Object 5"/>
          <p:cNvPicPr>
            <a:picLocks noChangeAspect="1"/>
          </p:cNvPicPr>
          <p:nvPr/>
        </p:nvPicPr>
        <p:blipFill>
          <a:blip r:embed="rId4" cstate="print"/>
          <a:stretch>
            <a:fillRect/>
          </a:stretch>
        </p:blipFill>
        <p:spPr>
          <a:xfrm>
            <a:off x="6949433" y="472819"/>
            <a:ext cx="944323" cy="1051828"/>
          </a:xfrm>
          <a:prstGeom prst="rect">
            <a:avLst/>
          </a:prstGeom>
        </p:spPr>
      </p:pic>
      <p:pic>
        <p:nvPicPr>
          <p:cNvPr id="7" name="Object 6"/>
          <p:cNvPicPr>
            <a:picLocks noChangeAspect="1"/>
          </p:cNvPicPr>
          <p:nvPr/>
        </p:nvPicPr>
        <p:blipFill>
          <a:blip r:embed="rId5" cstate="print"/>
          <a:stretch>
            <a:fillRect/>
          </a:stretch>
        </p:blipFill>
        <p:spPr>
          <a:xfrm>
            <a:off x="7547294" y="443007"/>
            <a:ext cx="7152215" cy="1086377"/>
          </a:xfrm>
          <a:prstGeom prst="rect">
            <a:avLst/>
          </a:prstGeom>
        </p:spPr>
      </p:pic>
      <p:pic>
        <p:nvPicPr>
          <p:cNvPr id="8" name="Object 7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572069" y="3362383"/>
            <a:ext cx="6794218" cy="1561457"/>
          </a:xfrm>
          <a:prstGeom prst="rect">
            <a:avLst/>
          </a:prstGeom>
        </p:spPr>
      </p:pic>
      <p:pic>
        <p:nvPicPr>
          <p:cNvPr id="9" name="Object 8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6949433" y="2586086"/>
            <a:ext cx="944323" cy="1051828"/>
          </a:xfrm>
          <a:prstGeom prst="rect">
            <a:avLst/>
          </a:prstGeom>
        </p:spPr>
      </p:pic>
      <p:pic>
        <p:nvPicPr>
          <p:cNvPr id="10" name="Object 9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7556818" y="2537218"/>
            <a:ext cx="3878796" cy="1076854"/>
          </a:xfrm>
          <a:prstGeom prst="rect">
            <a:avLst/>
          </a:prstGeom>
        </p:spPr>
      </p:pic>
      <p:pic>
        <p:nvPicPr>
          <p:cNvPr id="11" name="Object 10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7571974" y="5665688"/>
            <a:ext cx="8023894" cy="2393447"/>
          </a:xfrm>
          <a:prstGeom prst="rect">
            <a:avLst/>
          </a:prstGeom>
        </p:spPr>
      </p:pic>
      <p:pic>
        <p:nvPicPr>
          <p:cNvPr id="12" name="Object 11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6949433" y="4889823"/>
            <a:ext cx="944323" cy="1051828"/>
          </a:xfrm>
          <a:prstGeom prst="rect">
            <a:avLst/>
          </a:prstGeom>
        </p:spPr>
      </p:pic>
      <p:pic>
        <p:nvPicPr>
          <p:cNvPr id="13" name="Object 12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7547246" y="4850532"/>
            <a:ext cx="2198139" cy="1042967"/>
          </a:xfrm>
          <a:prstGeom prst="rect">
            <a:avLst/>
          </a:prstGeom>
        </p:spPr>
      </p:pic>
      <p:pic>
        <p:nvPicPr>
          <p:cNvPr id="14" name="Object 13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7572022" y="8896679"/>
            <a:ext cx="6976123" cy="688561"/>
          </a:xfrm>
          <a:prstGeom prst="rect">
            <a:avLst/>
          </a:prstGeom>
        </p:spPr>
      </p:pic>
      <p:pic>
        <p:nvPicPr>
          <p:cNvPr id="15" name="Object 14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6949433" y="8107843"/>
            <a:ext cx="944323" cy="1051828"/>
          </a:xfrm>
          <a:prstGeom prst="rect">
            <a:avLst/>
          </a:prstGeom>
        </p:spPr>
      </p:pic>
      <p:pic>
        <p:nvPicPr>
          <p:cNvPr id="16" name="Object 15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7566294" y="8081103"/>
            <a:ext cx="1844396" cy="1033444"/>
          </a:xfrm>
          <a:prstGeom prst="rect">
            <a:avLst/>
          </a:prstGeom>
        </p:spPr>
      </p:pic>
      <p:pic>
        <p:nvPicPr>
          <p:cNvPr id="17" name="Object 16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524490" y="3078394"/>
            <a:ext cx="3758128" cy="1580128"/>
          </a:xfrm>
          <a:prstGeom prst="rect">
            <a:avLst/>
          </a:prstGeom>
        </p:spPr>
      </p:pic>
      <p:grpSp>
        <p:nvGrpSpPr>
          <p:cNvPr id="1002" name="그룹 1002"/>
          <p:cNvGrpSpPr/>
          <p:nvPr/>
        </p:nvGrpSpPr>
        <p:grpSpPr>
          <a:xfrm>
            <a:off x="1140923" y="4819782"/>
            <a:ext cx="4243224" cy="5281822"/>
            <a:chOff x="1140923" y="4819782"/>
            <a:chExt cx="4243224" cy="5281822"/>
          </a:xfrm>
        </p:grpSpPr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16" cstate="print"/>
            <a:stretch>
              <a:fillRect/>
            </a:stretch>
          </p:blipFill>
          <p:spPr>
            <a:xfrm>
              <a:off x="1140923" y="4819782"/>
              <a:ext cx="4243224" cy="5281822"/>
            </a:xfrm>
            <a:prstGeom prst="rect">
              <a:avLst/>
            </a:prstGeom>
          </p:spPr>
        </p:pic>
      </p:grp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6">
    <p:bg>
      <p:bgPr>
        <a:solidFill>
          <a:srgbClr val="FFE2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155833" y="-190476"/>
            <a:ext cx="5320358" cy="10738978"/>
            <a:chOff x="1155833" y="-190476"/>
            <a:chExt cx="5320358" cy="10738978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155833" y="-190476"/>
              <a:ext cx="5320358" cy="10738978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3088897" y="8896156"/>
            <a:ext cx="1454229" cy="522134"/>
            <a:chOff x="3088897" y="8896156"/>
            <a:chExt cx="1454229" cy="522134"/>
          </a:xfrm>
        </p:grpSpPr>
        <p:grpSp>
          <p:nvGrpSpPr>
            <p:cNvPr id="1003" name="그룹 1003"/>
            <p:cNvGrpSpPr/>
            <p:nvPr/>
          </p:nvGrpSpPr>
          <p:grpSpPr>
            <a:xfrm>
              <a:off x="3088897" y="8896156"/>
              <a:ext cx="797729" cy="443537"/>
              <a:chOff x="3088897" y="8896156"/>
              <a:chExt cx="797729" cy="443537"/>
            </a:xfrm>
          </p:grpSpPr>
          <p:pic>
            <p:nvPicPr>
              <p:cNvPr id="7" name="Object 6"/>
              <p:cNvPicPr>
                <a:picLocks noChangeAspect="1"/>
              </p:cNvPicPr>
              <p:nvPr/>
            </p:nvPicPr>
            <p:blipFill>
              <a:blip r:embed="rId3" cstate="print"/>
              <a:stretch>
                <a:fillRect/>
              </a:stretch>
            </p:blipFill>
            <p:spPr>
              <a:xfrm>
                <a:off x="3088897" y="8896156"/>
                <a:ext cx="797729" cy="443537"/>
              </a:xfrm>
              <a:prstGeom prst="rect">
                <a:avLst/>
              </a:prstGeom>
            </p:spPr>
          </p:pic>
        </p:grpSp>
        <p:pic>
          <p:nvPicPr>
            <p:cNvPr id="9" name="Object 8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3335775" y="9107356"/>
              <a:ext cx="1301178" cy="473264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2692063" y="3680275"/>
            <a:ext cx="2247896" cy="60419"/>
            <a:chOff x="2692063" y="3680275"/>
            <a:chExt cx="2247896" cy="60419"/>
          </a:xfrm>
        </p:grpSpPr>
        <p:pic>
          <p:nvPicPr>
            <p:cNvPr id="12" name="Object 11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2692063" y="3680275"/>
              <a:ext cx="2247896" cy="60419"/>
            </a:xfrm>
            <a:prstGeom prst="rect">
              <a:avLst/>
            </a:prstGeom>
          </p:spPr>
        </p:pic>
      </p:grpSp>
      <p:pic>
        <p:nvPicPr>
          <p:cNvPr id="14" name="Object 13"/>
          <p:cNvPicPr>
            <a:picLocks noChangeAspect="1"/>
          </p:cNvPicPr>
          <p:nvPr/>
        </p:nvPicPr>
        <p:blipFill>
          <a:blip r:embed="rId6" cstate="print"/>
          <a:stretch>
            <a:fillRect/>
          </a:stretch>
        </p:blipFill>
        <p:spPr>
          <a:xfrm>
            <a:off x="759566" y="3762776"/>
            <a:ext cx="5543058" cy="1692658"/>
          </a:xfrm>
          <a:prstGeom prst="rect">
            <a:avLst/>
          </a:prstGeom>
        </p:spPr>
      </p:pic>
      <p:pic>
        <p:nvPicPr>
          <p:cNvPr id="15" name="Object 14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1689290" y="306062"/>
            <a:ext cx="5278933" cy="4913524"/>
          </a:xfrm>
          <a:prstGeom prst="rect">
            <a:avLst/>
          </a:prstGeom>
        </p:spPr>
      </p:pic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7"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Object 1"/>
          <p:cNvPicPr>
            <a:picLocks noChangeAspect="1"/>
          </p:cNvPicPr>
          <p:nvPr/>
        </p:nvPicPr>
        <p:blipFill>
          <a:blip r:embed="rId2" cstate="print"/>
          <a:stretch>
            <a:fillRect/>
          </a:stretch>
        </p:blipFill>
        <p:spPr>
          <a:xfrm>
            <a:off x="3189178" y="277703"/>
            <a:ext cx="13520623" cy="2030423"/>
          </a:xfrm>
          <a:prstGeom prst="rect">
            <a:avLst/>
          </a:prstGeom>
        </p:spPr>
      </p:pic>
      <p:grpSp>
        <p:nvGrpSpPr>
          <p:cNvPr id="1001" name="그룹 1001"/>
          <p:cNvGrpSpPr/>
          <p:nvPr/>
        </p:nvGrpSpPr>
        <p:grpSpPr>
          <a:xfrm>
            <a:off x="-3617601" y="3749329"/>
            <a:ext cx="18414400" cy="96653"/>
            <a:chOff x="-3617601" y="3749329"/>
            <a:chExt cx="18414400" cy="96653"/>
          </a:xfrm>
        </p:grpSpPr>
        <p:pic>
          <p:nvPicPr>
            <p:cNvPr id="4" name="Object 3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3617601" y="3749329"/>
              <a:ext cx="18414400" cy="96653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-902277" y="1091020"/>
            <a:ext cx="5413273" cy="5413273"/>
            <a:chOff x="-902277" y="1091020"/>
            <a:chExt cx="5413273" cy="5413273"/>
          </a:xfrm>
        </p:grpSpPr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3679306" y="-1464660"/>
              <a:ext cx="10826545" cy="10826545"/>
            </a:xfrm>
            <a:prstGeom prst="rect">
              <a:avLst/>
            </a:prstGeom>
          </p:spPr>
        </p:pic>
        <p:pic>
          <p:nvPicPr>
            <p:cNvPr id="8" name="Object 7"/>
            <p:cNvPicPr>
              <a:picLocks noChangeAspect="1"/>
            </p:cNvPicPr>
            <p:nvPr/>
          </p:nvPicPr>
          <p:blipFill>
            <a:blip r:embed="rId5" cstate="print"/>
            <a:stretch>
              <a:fillRect/>
            </a:stretch>
          </p:blipFill>
          <p:spPr>
            <a:xfrm>
              <a:off x="-902277" y="1091020"/>
              <a:ext cx="5413273" cy="5413273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41291" y="2076205"/>
            <a:ext cx="3526137" cy="3526137"/>
            <a:chOff x="41291" y="2076205"/>
            <a:chExt cx="3526137" cy="3526137"/>
          </a:xfrm>
        </p:grpSpPr>
        <p:pic>
          <p:nvPicPr>
            <p:cNvPr id="11" name="Object 10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41291" y="2076205"/>
              <a:ext cx="3526137" cy="3526137"/>
            </a:xfrm>
            <a:prstGeom prst="rect">
              <a:avLst/>
            </a:prstGeom>
          </p:spPr>
        </p:pic>
      </p:grpSp>
      <p:grpSp>
        <p:nvGrpSpPr>
          <p:cNvPr id="1004" name="그룹 1004"/>
          <p:cNvGrpSpPr/>
          <p:nvPr/>
        </p:nvGrpSpPr>
        <p:grpSpPr>
          <a:xfrm>
            <a:off x="5335948" y="2273036"/>
            <a:ext cx="3452640" cy="3452640"/>
            <a:chOff x="5335948" y="2273036"/>
            <a:chExt cx="3452640" cy="3452640"/>
          </a:xfrm>
        </p:grpSpPr>
        <p:pic>
          <p:nvPicPr>
            <p:cNvPr id="14" name="Object 13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3684748" y="621835"/>
              <a:ext cx="6905280" cy="6905280"/>
            </a:xfrm>
            <a:prstGeom prst="rect">
              <a:avLst/>
            </a:prstGeom>
          </p:spPr>
        </p:pic>
        <p:pic>
          <p:nvPicPr>
            <p:cNvPr id="15" name="Object 14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5335948" y="2273036"/>
              <a:ext cx="3452640" cy="3452640"/>
            </a:xfrm>
            <a:prstGeom prst="rect">
              <a:avLst/>
            </a:prstGeom>
          </p:spPr>
        </p:pic>
      </p:grpSp>
      <p:grpSp>
        <p:nvGrpSpPr>
          <p:cNvPr id="1005" name="그룹 1005"/>
          <p:cNvGrpSpPr/>
          <p:nvPr/>
        </p:nvGrpSpPr>
        <p:grpSpPr>
          <a:xfrm>
            <a:off x="9724281" y="2273036"/>
            <a:ext cx="3452640" cy="3452640"/>
            <a:chOff x="9724281" y="2273036"/>
            <a:chExt cx="3452640" cy="3452640"/>
          </a:xfrm>
        </p:grpSpPr>
        <p:pic>
          <p:nvPicPr>
            <p:cNvPr id="18" name="Object 1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8073080" y="621835"/>
              <a:ext cx="6905280" cy="6905280"/>
            </a:xfrm>
            <a:prstGeom prst="rect">
              <a:avLst/>
            </a:prstGeom>
          </p:spPr>
        </p:pic>
        <p:pic>
          <p:nvPicPr>
            <p:cNvPr id="19" name="Object 18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9724281" y="2273036"/>
              <a:ext cx="3452640" cy="3452640"/>
            </a:xfrm>
            <a:prstGeom prst="rect">
              <a:avLst/>
            </a:prstGeom>
          </p:spPr>
        </p:pic>
      </p:grpSp>
      <p:pic>
        <p:nvPicPr>
          <p:cNvPr id="21" name="Object 20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-526636" y="6856903"/>
            <a:ext cx="8149403" cy="1610117"/>
          </a:xfrm>
          <a:prstGeom prst="rect">
            <a:avLst/>
          </a:prstGeom>
        </p:spPr>
      </p:pic>
      <p:pic>
        <p:nvPicPr>
          <p:cNvPr id="22" name="Object 21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4756766" y="2792785"/>
            <a:ext cx="3803517" cy="601136"/>
          </a:xfrm>
          <a:prstGeom prst="rect">
            <a:avLst/>
          </a:prstGeom>
        </p:spPr>
      </p:pic>
      <p:pic>
        <p:nvPicPr>
          <p:cNvPr id="23" name="Object 22"/>
          <p:cNvPicPr>
            <a:picLocks noChangeAspect="1"/>
          </p:cNvPicPr>
          <p:nvPr/>
        </p:nvPicPr>
        <p:blipFill>
          <a:blip r:embed="rId11" cstate="print"/>
          <a:stretch>
            <a:fillRect/>
          </a:stretch>
        </p:blipFill>
        <p:spPr>
          <a:xfrm>
            <a:off x="5561931" y="3018620"/>
            <a:ext cx="3288514" cy="1866000"/>
          </a:xfrm>
          <a:prstGeom prst="rect">
            <a:avLst/>
          </a:prstGeom>
        </p:spPr>
      </p:pic>
      <p:pic>
        <p:nvPicPr>
          <p:cNvPr id="24" name="Object 23"/>
          <p:cNvPicPr>
            <a:picLocks noChangeAspect="1"/>
          </p:cNvPicPr>
          <p:nvPr/>
        </p:nvPicPr>
        <p:blipFill>
          <a:blip r:embed="rId12" cstate="print"/>
          <a:stretch>
            <a:fillRect/>
          </a:stretch>
        </p:blipFill>
        <p:spPr>
          <a:xfrm>
            <a:off x="9145166" y="2792788"/>
            <a:ext cx="3803517" cy="601136"/>
          </a:xfrm>
          <a:prstGeom prst="rect">
            <a:avLst/>
          </a:prstGeom>
        </p:spPr>
      </p:pic>
      <p:pic>
        <p:nvPicPr>
          <p:cNvPr id="25" name="Object 24"/>
          <p:cNvPicPr>
            <a:picLocks noChangeAspect="1"/>
          </p:cNvPicPr>
          <p:nvPr/>
        </p:nvPicPr>
        <p:blipFill>
          <a:blip r:embed="rId13" cstate="print"/>
          <a:stretch>
            <a:fillRect/>
          </a:stretch>
        </p:blipFill>
        <p:spPr>
          <a:xfrm>
            <a:off x="9742471" y="4446046"/>
            <a:ext cx="3154241" cy="630393"/>
          </a:xfrm>
          <a:prstGeom prst="rect">
            <a:avLst/>
          </a:prstGeom>
        </p:spPr>
      </p:pic>
      <p:pic>
        <p:nvPicPr>
          <p:cNvPr id="26" name="Object 25"/>
          <p:cNvPicPr>
            <a:picLocks noChangeAspect="1"/>
          </p:cNvPicPr>
          <p:nvPr/>
        </p:nvPicPr>
        <p:blipFill>
          <a:blip r:embed="rId14" cstate="print"/>
          <a:stretch>
            <a:fillRect/>
          </a:stretch>
        </p:blipFill>
        <p:spPr>
          <a:xfrm>
            <a:off x="9852407" y="3018620"/>
            <a:ext cx="3483133" cy="1866000"/>
          </a:xfrm>
          <a:prstGeom prst="rect">
            <a:avLst/>
          </a:prstGeom>
        </p:spPr>
      </p:pic>
      <p:grpSp>
        <p:nvGrpSpPr>
          <p:cNvPr id="1006" name="그룹 1006"/>
          <p:cNvGrpSpPr/>
          <p:nvPr/>
        </p:nvGrpSpPr>
        <p:grpSpPr>
          <a:xfrm>
            <a:off x="13854362" y="2273036"/>
            <a:ext cx="3452640" cy="3452640"/>
            <a:chOff x="13854362" y="2273036"/>
            <a:chExt cx="3452640" cy="3452640"/>
          </a:xfrm>
        </p:grpSpPr>
        <p:pic>
          <p:nvPicPr>
            <p:cNvPr id="28" name="Object 27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12203162" y="621835"/>
              <a:ext cx="6905280" cy="6905280"/>
            </a:xfrm>
            <a:prstGeom prst="rect">
              <a:avLst/>
            </a:prstGeom>
          </p:spPr>
        </p:pic>
        <p:pic>
          <p:nvPicPr>
            <p:cNvPr id="29" name="Object 28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3854362" y="2273036"/>
              <a:ext cx="3452640" cy="3452640"/>
            </a:xfrm>
            <a:prstGeom prst="rect">
              <a:avLst/>
            </a:prstGeom>
          </p:spPr>
        </p:pic>
      </p:grpSp>
      <p:pic>
        <p:nvPicPr>
          <p:cNvPr id="31" name="Object 30"/>
          <p:cNvPicPr>
            <a:picLocks noChangeAspect="1"/>
          </p:cNvPicPr>
          <p:nvPr/>
        </p:nvPicPr>
        <p:blipFill>
          <a:blip r:embed="rId15" cstate="print"/>
          <a:stretch>
            <a:fillRect/>
          </a:stretch>
        </p:blipFill>
        <p:spPr>
          <a:xfrm>
            <a:off x="13275166" y="2792788"/>
            <a:ext cx="3803517" cy="601136"/>
          </a:xfrm>
          <a:prstGeom prst="rect">
            <a:avLst/>
          </a:prstGeom>
        </p:spPr>
      </p:pic>
      <p:pic>
        <p:nvPicPr>
          <p:cNvPr id="32" name="Object 31"/>
          <p:cNvPicPr>
            <a:picLocks noChangeAspect="1"/>
          </p:cNvPicPr>
          <p:nvPr/>
        </p:nvPicPr>
        <p:blipFill>
          <a:blip r:embed="rId16" cstate="print"/>
          <a:stretch>
            <a:fillRect/>
          </a:stretch>
        </p:blipFill>
        <p:spPr>
          <a:xfrm>
            <a:off x="14111100" y="4283693"/>
            <a:ext cx="2944288" cy="949888"/>
          </a:xfrm>
          <a:prstGeom prst="rect">
            <a:avLst/>
          </a:prstGeom>
        </p:spPr>
      </p:pic>
      <p:pic>
        <p:nvPicPr>
          <p:cNvPr id="33" name="Object 32"/>
          <p:cNvPicPr>
            <a:picLocks noChangeAspect="1"/>
          </p:cNvPicPr>
          <p:nvPr/>
        </p:nvPicPr>
        <p:blipFill>
          <a:blip r:embed="rId17" cstate="print"/>
          <a:stretch>
            <a:fillRect/>
          </a:stretch>
        </p:blipFill>
        <p:spPr>
          <a:xfrm>
            <a:off x="14010979" y="3018620"/>
            <a:ext cx="3368848" cy="1866000"/>
          </a:xfrm>
          <a:prstGeom prst="rect">
            <a:avLst/>
          </a:prstGeom>
        </p:spPr>
      </p:pic>
      <p:pic>
        <p:nvPicPr>
          <p:cNvPr id="34" name="Object 33"/>
          <p:cNvPicPr>
            <a:picLocks noChangeAspect="1"/>
          </p:cNvPicPr>
          <p:nvPr/>
        </p:nvPicPr>
        <p:blipFill>
          <a:blip r:embed="rId18" cstate="print"/>
          <a:stretch>
            <a:fillRect/>
          </a:stretch>
        </p:blipFill>
        <p:spPr>
          <a:xfrm>
            <a:off x="5450176" y="4274169"/>
            <a:ext cx="3173088" cy="968936"/>
          </a:xfrm>
          <a:prstGeom prst="rect">
            <a:avLst/>
          </a:prstGeom>
        </p:spPr>
      </p:pic>
      <p:grpSp>
        <p:nvGrpSpPr>
          <p:cNvPr id="1007" name="그룹 1007"/>
          <p:cNvGrpSpPr/>
          <p:nvPr/>
        </p:nvGrpSpPr>
        <p:grpSpPr>
          <a:xfrm>
            <a:off x="-6127804" y="7938467"/>
            <a:ext cx="18414400" cy="96653"/>
            <a:chOff x="-6127804" y="7938467"/>
            <a:chExt cx="18414400" cy="96653"/>
          </a:xfrm>
        </p:grpSpPr>
        <p:pic>
          <p:nvPicPr>
            <p:cNvPr id="36" name="Object 3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6127804" y="7938467"/>
              <a:ext cx="18414400" cy="96653"/>
            </a:xfrm>
            <a:prstGeom prst="rect">
              <a:avLst/>
            </a:prstGeom>
          </p:spPr>
        </p:pic>
      </p:grpSp>
      <p:grpSp>
        <p:nvGrpSpPr>
          <p:cNvPr id="1008" name="그룹 1008"/>
          <p:cNvGrpSpPr/>
          <p:nvPr/>
        </p:nvGrpSpPr>
        <p:grpSpPr>
          <a:xfrm>
            <a:off x="7214077" y="6462173"/>
            <a:ext cx="3452640" cy="3452640"/>
            <a:chOff x="7214077" y="6462173"/>
            <a:chExt cx="3452640" cy="3452640"/>
          </a:xfrm>
        </p:grpSpPr>
        <p:pic>
          <p:nvPicPr>
            <p:cNvPr id="39" name="Object 38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5562877" y="4810973"/>
              <a:ext cx="6905280" cy="6905280"/>
            </a:xfrm>
            <a:prstGeom prst="rect">
              <a:avLst/>
            </a:prstGeom>
          </p:spPr>
        </p:pic>
        <p:pic>
          <p:nvPicPr>
            <p:cNvPr id="40" name="Object 39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7214077" y="6462173"/>
              <a:ext cx="3452640" cy="3452640"/>
            </a:xfrm>
            <a:prstGeom prst="rect">
              <a:avLst/>
            </a:prstGeom>
          </p:spPr>
        </p:pic>
      </p:grpSp>
      <p:pic>
        <p:nvPicPr>
          <p:cNvPr id="42" name="Object 41"/>
          <p:cNvPicPr>
            <a:picLocks noChangeAspect="1"/>
          </p:cNvPicPr>
          <p:nvPr/>
        </p:nvPicPr>
        <p:blipFill>
          <a:blip r:embed="rId19" cstate="print"/>
          <a:stretch>
            <a:fillRect/>
          </a:stretch>
        </p:blipFill>
        <p:spPr>
          <a:xfrm>
            <a:off x="6634964" y="6981925"/>
            <a:ext cx="3813051" cy="601136"/>
          </a:xfrm>
          <a:prstGeom prst="rect">
            <a:avLst/>
          </a:prstGeom>
        </p:spPr>
      </p:pic>
      <p:pic>
        <p:nvPicPr>
          <p:cNvPr id="43" name="Object 42"/>
          <p:cNvPicPr>
            <a:picLocks noChangeAspect="1"/>
          </p:cNvPicPr>
          <p:nvPr/>
        </p:nvPicPr>
        <p:blipFill>
          <a:blip r:embed="rId20" cstate="print"/>
          <a:stretch>
            <a:fillRect/>
          </a:stretch>
        </p:blipFill>
        <p:spPr>
          <a:xfrm>
            <a:off x="7062630" y="8625659"/>
            <a:ext cx="3371498" cy="678012"/>
          </a:xfrm>
          <a:prstGeom prst="rect">
            <a:avLst/>
          </a:prstGeom>
        </p:spPr>
      </p:pic>
      <p:pic>
        <p:nvPicPr>
          <p:cNvPr id="44" name="Object 43"/>
          <p:cNvPicPr>
            <a:picLocks noChangeAspect="1"/>
          </p:cNvPicPr>
          <p:nvPr/>
        </p:nvPicPr>
        <p:blipFill>
          <a:blip r:embed="rId21" cstate="print"/>
          <a:stretch>
            <a:fillRect/>
          </a:stretch>
        </p:blipFill>
        <p:spPr>
          <a:xfrm>
            <a:off x="5836900" y="7207757"/>
            <a:ext cx="5502895" cy="1866000"/>
          </a:xfrm>
          <a:prstGeom prst="rect">
            <a:avLst/>
          </a:prstGeom>
        </p:spPr>
      </p:pic>
      <p:grpSp>
        <p:nvGrpSpPr>
          <p:cNvPr id="1009" name="그룹 1009"/>
          <p:cNvGrpSpPr/>
          <p:nvPr/>
        </p:nvGrpSpPr>
        <p:grpSpPr>
          <a:xfrm>
            <a:off x="11344159" y="6462173"/>
            <a:ext cx="3452640" cy="3452640"/>
            <a:chOff x="11344159" y="6462173"/>
            <a:chExt cx="3452640" cy="3452640"/>
          </a:xfrm>
        </p:grpSpPr>
        <p:pic>
          <p:nvPicPr>
            <p:cNvPr id="46" name="Object 45"/>
            <p:cNvPicPr>
              <a:picLocks noChangeAspect="1"/>
            </p:cNvPicPr>
            <p:nvPr/>
          </p:nvPicPr>
          <p:blipFill>
            <a:blip r:embed="rId7" cstate="print"/>
            <a:stretch>
              <a:fillRect/>
            </a:stretch>
          </p:blipFill>
          <p:spPr>
            <a:xfrm>
              <a:off x="9692959" y="4810973"/>
              <a:ext cx="6905280" cy="6905280"/>
            </a:xfrm>
            <a:prstGeom prst="rect">
              <a:avLst/>
            </a:prstGeom>
          </p:spPr>
        </p:pic>
        <p:pic>
          <p:nvPicPr>
            <p:cNvPr id="47" name="Object 46"/>
            <p:cNvPicPr>
              <a:picLocks noChangeAspect="1"/>
            </p:cNvPicPr>
            <p:nvPr/>
          </p:nvPicPr>
          <p:blipFill>
            <a:blip r:embed="rId8" cstate="print"/>
            <a:stretch>
              <a:fillRect/>
            </a:stretch>
          </p:blipFill>
          <p:spPr>
            <a:xfrm>
              <a:off x="11344159" y="6462173"/>
              <a:ext cx="3452640" cy="3452640"/>
            </a:xfrm>
            <a:prstGeom prst="rect">
              <a:avLst/>
            </a:prstGeom>
          </p:spPr>
        </p:pic>
      </p:grpSp>
      <p:pic>
        <p:nvPicPr>
          <p:cNvPr id="49" name="Object 48"/>
          <p:cNvPicPr>
            <a:picLocks noChangeAspect="1"/>
          </p:cNvPicPr>
          <p:nvPr/>
        </p:nvPicPr>
        <p:blipFill>
          <a:blip r:embed="rId22" cstate="print"/>
          <a:stretch>
            <a:fillRect/>
          </a:stretch>
        </p:blipFill>
        <p:spPr>
          <a:xfrm>
            <a:off x="10764925" y="6981925"/>
            <a:ext cx="3803517" cy="601136"/>
          </a:xfrm>
          <a:prstGeom prst="rect">
            <a:avLst/>
          </a:prstGeom>
        </p:spPr>
      </p:pic>
      <p:pic>
        <p:nvPicPr>
          <p:cNvPr id="50" name="Object 49"/>
          <p:cNvPicPr>
            <a:picLocks noChangeAspect="1"/>
          </p:cNvPicPr>
          <p:nvPr/>
        </p:nvPicPr>
        <p:blipFill>
          <a:blip r:embed="rId23" cstate="print"/>
          <a:stretch>
            <a:fillRect/>
          </a:stretch>
        </p:blipFill>
        <p:spPr>
          <a:xfrm>
            <a:off x="11259497" y="8472830"/>
            <a:ext cx="3295022" cy="940365"/>
          </a:xfrm>
          <a:prstGeom prst="rect">
            <a:avLst/>
          </a:prstGeom>
        </p:spPr>
      </p:pic>
      <p:pic>
        <p:nvPicPr>
          <p:cNvPr id="51" name="Object 50"/>
          <p:cNvPicPr>
            <a:picLocks noChangeAspect="1"/>
          </p:cNvPicPr>
          <p:nvPr/>
        </p:nvPicPr>
        <p:blipFill>
          <a:blip r:embed="rId24" cstate="print"/>
          <a:stretch>
            <a:fillRect/>
          </a:stretch>
        </p:blipFill>
        <p:spPr>
          <a:xfrm>
            <a:off x="11077957" y="7207757"/>
            <a:ext cx="4277305" cy="1866000"/>
          </a:xfrm>
          <a:prstGeom prst="rect">
            <a:avLst/>
          </a:prstGeom>
        </p:spPr>
      </p:pic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 name="Slide 28">
    <p:bg>
      <p:bgPr>
        <a:solidFill>
          <a:srgbClr val="FFE275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001" name="그룹 1001"/>
          <p:cNvGrpSpPr/>
          <p:nvPr/>
        </p:nvGrpSpPr>
        <p:grpSpPr>
          <a:xfrm>
            <a:off x="10393668" y="1542857"/>
            <a:ext cx="7505661" cy="9205024"/>
            <a:chOff x="10393668" y="1542857"/>
            <a:chExt cx="7505661" cy="9205024"/>
          </a:xfrm>
        </p:grpSpPr>
        <p:pic>
          <p:nvPicPr>
            <p:cNvPr id="3" name="Object 2"/>
            <p:cNvPicPr>
              <a:picLocks noChangeAspect="1"/>
            </p:cNvPicPr>
            <p:nvPr/>
          </p:nvPicPr>
          <p:blipFill>
            <a:blip r:embed="rId2" cstate="print"/>
            <a:stretch>
              <a:fillRect/>
            </a:stretch>
          </p:blipFill>
          <p:spPr>
            <a:xfrm>
              <a:off x="10393668" y="1542857"/>
              <a:ext cx="7505661" cy="9205024"/>
            </a:xfrm>
            <a:prstGeom prst="rect">
              <a:avLst/>
            </a:prstGeom>
          </p:spPr>
        </p:pic>
      </p:grpSp>
      <p:grpSp>
        <p:nvGrpSpPr>
          <p:cNvPr id="1002" name="그룹 1002"/>
          <p:cNvGrpSpPr/>
          <p:nvPr/>
        </p:nvGrpSpPr>
        <p:grpSpPr>
          <a:xfrm>
            <a:off x="-18504" y="1542857"/>
            <a:ext cx="18322723" cy="7104762"/>
            <a:chOff x="-18504" y="1542857"/>
            <a:chExt cx="18322723" cy="7104762"/>
          </a:xfrm>
        </p:grpSpPr>
        <p:pic>
          <p:nvPicPr>
            <p:cNvPr id="6" name="Object 5"/>
            <p:cNvPicPr>
              <a:picLocks noChangeAspect="1"/>
            </p:cNvPicPr>
            <p:nvPr/>
          </p:nvPicPr>
          <p:blipFill>
            <a:blip r:embed="rId3" cstate="print"/>
            <a:stretch>
              <a:fillRect/>
            </a:stretch>
          </p:blipFill>
          <p:spPr>
            <a:xfrm>
              <a:off x="-9063931" y="-1893589"/>
              <a:ext cx="36645446" cy="14209524"/>
            </a:xfrm>
            <a:prstGeom prst="rect">
              <a:avLst/>
            </a:prstGeom>
          </p:spPr>
        </p:pic>
        <p:pic>
          <p:nvPicPr>
            <p:cNvPr id="7" name="Object 6"/>
            <p:cNvPicPr>
              <a:picLocks noChangeAspect="1"/>
            </p:cNvPicPr>
            <p:nvPr/>
          </p:nvPicPr>
          <p:blipFill>
            <a:blip r:embed="rId4" cstate="print"/>
            <a:stretch>
              <a:fillRect/>
            </a:stretch>
          </p:blipFill>
          <p:spPr>
            <a:xfrm>
              <a:off x="-18504" y="1542857"/>
              <a:ext cx="18322723" cy="7104762"/>
            </a:xfrm>
            <a:prstGeom prst="rect">
              <a:avLst/>
            </a:prstGeom>
          </p:spPr>
        </p:pic>
      </p:grpSp>
      <p:grpSp>
        <p:nvGrpSpPr>
          <p:cNvPr id="1003" name="그룹 1003"/>
          <p:cNvGrpSpPr/>
          <p:nvPr/>
        </p:nvGrpSpPr>
        <p:grpSpPr>
          <a:xfrm>
            <a:off x="1000000" y="9034285"/>
            <a:ext cx="1454229" cy="522134"/>
            <a:chOff x="1000000" y="9034285"/>
            <a:chExt cx="1454229" cy="522134"/>
          </a:xfrm>
        </p:grpSpPr>
        <p:grpSp>
          <p:nvGrpSpPr>
            <p:cNvPr id="1004" name="그룹 1004"/>
            <p:cNvGrpSpPr/>
            <p:nvPr/>
          </p:nvGrpSpPr>
          <p:grpSpPr>
            <a:xfrm>
              <a:off x="1000000" y="9034285"/>
              <a:ext cx="797729" cy="443537"/>
              <a:chOff x="1000000" y="9034285"/>
              <a:chExt cx="797729" cy="443537"/>
            </a:xfrm>
          </p:grpSpPr>
          <p:pic>
            <p:nvPicPr>
              <p:cNvPr id="11" name="Object 10"/>
              <p:cNvPicPr>
                <a:picLocks noChangeAspect="1"/>
              </p:cNvPicPr>
              <p:nvPr/>
            </p:nvPicPr>
            <p:blipFill>
              <a:blip r:embed="rId5" cstate="print"/>
              <a:stretch>
                <a:fillRect/>
              </a:stretch>
            </p:blipFill>
            <p:spPr>
              <a:xfrm>
                <a:off x="1000000" y="9034285"/>
                <a:ext cx="797729" cy="443537"/>
              </a:xfrm>
              <a:prstGeom prst="rect">
                <a:avLst/>
              </a:prstGeom>
            </p:spPr>
          </p:pic>
        </p:grpSp>
        <p:pic>
          <p:nvPicPr>
            <p:cNvPr id="13" name="Object 12"/>
            <p:cNvPicPr>
              <a:picLocks noChangeAspect="1"/>
            </p:cNvPicPr>
            <p:nvPr/>
          </p:nvPicPr>
          <p:blipFill>
            <a:blip r:embed="rId6" cstate="print"/>
            <a:stretch>
              <a:fillRect/>
            </a:stretch>
          </p:blipFill>
          <p:spPr>
            <a:xfrm>
              <a:off x="1246878" y="9245485"/>
              <a:ext cx="1301178" cy="473264"/>
            </a:xfrm>
            <a:prstGeom prst="rect">
              <a:avLst/>
            </a:prstGeom>
          </p:spPr>
        </p:pic>
      </p:grpSp>
      <p:pic>
        <p:nvPicPr>
          <p:cNvPr id="15" name="Object 14"/>
          <p:cNvPicPr>
            <a:picLocks noChangeAspect="1"/>
          </p:cNvPicPr>
          <p:nvPr/>
        </p:nvPicPr>
        <p:blipFill>
          <a:blip r:embed="rId7" cstate="print"/>
          <a:stretch>
            <a:fillRect/>
          </a:stretch>
        </p:blipFill>
        <p:spPr>
          <a:xfrm>
            <a:off x="5109562" y="2696663"/>
            <a:ext cx="8652028" cy="3200047"/>
          </a:xfrm>
          <a:prstGeom prst="rect">
            <a:avLst/>
          </a:prstGeom>
        </p:spPr>
      </p:pic>
      <p:pic>
        <p:nvPicPr>
          <p:cNvPr id="16" name="Object 15"/>
          <p:cNvPicPr>
            <a:picLocks noChangeAspect="1"/>
          </p:cNvPicPr>
          <p:nvPr/>
        </p:nvPicPr>
        <p:blipFill>
          <a:blip r:embed="rId8" cstate="print"/>
          <a:stretch>
            <a:fillRect/>
          </a:stretch>
        </p:blipFill>
        <p:spPr>
          <a:xfrm>
            <a:off x="2090257" y="5160519"/>
            <a:ext cx="12058891" cy="2368567"/>
          </a:xfrm>
          <a:prstGeom prst="rect">
            <a:avLst/>
          </a:prstGeom>
        </p:spPr>
      </p:pic>
      <p:pic>
        <p:nvPicPr>
          <p:cNvPr id="17" name="Object 16"/>
          <p:cNvPicPr>
            <a:picLocks noChangeAspect="1"/>
          </p:cNvPicPr>
          <p:nvPr/>
        </p:nvPicPr>
        <p:blipFill>
          <a:blip r:embed="rId9" cstate="print"/>
          <a:stretch>
            <a:fillRect/>
          </a:stretch>
        </p:blipFill>
        <p:spPr>
          <a:xfrm>
            <a:off x="1316518" y="641514"/>
            <a:ext cx="12806575" cy="682737"/>
          </a:xfrm>
          <a:prstGeom prst="rect">
            <a:avLst/>
          </a:prstGeom>
        </p:spPr>
      </p:pic>
      <p:pic>
        <p:nvPicPr>
          <p:cNvPr id="18" name="Object 17"/>
          <p:cNvPicPr>
            <a:picLocks noChangeAspect="1"/>
          </p:cNvPicPr>
          <p:nvPr/>
        </p:nvPicPr>
        <p:blipFill>
          <a:blip r:embed="rId10" cstate="print"/>
          <a:stretch>
            <a:fillRect/>
          </a:stretch>
        </p:blipFill>
        <p:spPr>
          <a:xfrm>
            <a:off x="14392069" y="8869212"/>
            <a:ext cx="4081790" cy="1476171"/>
          </a:xfrm>
          <a:prstGeom prst="rect">
            <a:avLst/>
          </a:prstGeom>
        </p:spPr>
      </p:pic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MS P????"/>
        <a:font script="Hang" typeface="?? ??"/>
        <a:font script="Hans" typeface="??"/>
        <a:font script="Hant" typeface="????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Office PowerPoint</Application>
  <PresentationFormat>사용자 지정</PresentationFormat>
  <Paragraphs>0</Paragraphs>
  <Slides>26</Slides>
  <Notes>0</Notes>
  <HiddenSlides>0</HiddenSlides>
  <MMClips>0</MMClips>
  <ScaleCrop>false</ScaleCrop>
  <HeadingPairs>
    <vt:vector size="6" baseType="variant">
      <vt:variant>
        <vt:lpstr>사용한 글꼴</vt:lpstr>
      </vt:variant>
      <vt:variant>
        <vt:i4>2</vt:i4>
      </vt:variant>
      <vt:variant>
        <vt:lpstr>테마</vt:lpstr>
      </vt:variant>
      <vt:variant>
        <vt:i4>1</vt:i4>
      </vt:variant>
      <vt:variant>
        <vt:lpstr>슬라이드 제목</vt:lpstr>
      </vt:variant>
      <vt:variant>
        <vt:i4>26</vt:i4>
      </vt:variant>
    </vt:vector>
  </HeadingPairs>
  <TitlesOfParts>
    <vt:vector size="29" baseType="lpstr">
      <vt:lpstr>Arial</vt:lpstr>
      <vt:lpstr>Calibri</vt:lpstr>
      <vt:lpstr>Office Theme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  <vt:lpstr>PowerPoint 프레젠테이션</vt:lpstr>
    </vt:vector>
  </TitlesOfParts>
  <Company>officegen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프레젠테이션</dc:title>
  <dc:creator>officegen</dc:creator>
  <cp:lastModifiedBy>Byeonhaerin</cp:lastModifiedBy>
  <cp:revision>3</cp:revision>
  <dcterms:created xsi:type="dcterms:W3CDTF">2023-09-09T00:46:59Z</dcterms:created>
  <dcterms:modified xsi:type="dcterms:W3CDTF">2023-09-08T15:49:23Z</dcterms:modified>
</cp:coreProperties>
</file>